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1"/>
  </p:sldMasterIdLst>
  <p:notesMasterIdLst>
    <p:notesMasterId r:id="rId32"/>
  </p:notesMasterIdLst>
  <p:handoutMasterIdLst>
    <p:handoutMasterId r:id="rId33"/>
  </p:handoutMasterIdLst>
  <p:sldIdLst>
    <p:sldId id="326" r:id="rId2"/>
    <p:sldId id="325" r:id="rId3"/>
    <p:sldId id="335" r:id="rId4"/>
    <p:sldId id="327" r:id="rId5"/>
    <p:sldId id="329" r:id="rId6"/>
    <p:sldId id="331" r:id="rId7"/>
    <p:sldId id="330" r:id="rId8"/>
    <p:sldId id="333" r:id="rId9"/>
    <p:sldId id="332" r:id="rId10"/>
    <p:sldId id="334" r:id="rId11"/>
    <p:sldId id="336" r:id="rId12"/>
    <p:sldId id="339" r:id="rId13"/>
    <p:sldId id="337" r:id="rId14"/>
    <p:sldId id="338" r:id="rId15"/>
    <p:sldId id="340" r:id="rId16"/>
    <p:sldId id="341" r:id="rId17"/>
    <p:sldId id="342" r:id="rId18"/>
    <p:sldId id="343" r:id="rId19"/>
    <p:sldId id="344" r:id="rId20"/>
    <p:sldId id="345" r:id="rId21"/>
    <p:sldId id="346" r:id="rId22"/>
    <p:sldId id="347" r:id="rId23"/>
    <p:sldId id="348" r:id="rId24"/>
    <p:sldId id="350" r:id="rId25"/>
    <p:sldId id="351" r:id="rId26"/>
    <p:sldId id="352" r:id="rId27"/>
    <p:sldId id="353" r:id="rId28"/>
    <p:sldId id="354" r:id="rId29"/>
    <p:sldId id="355" r:id="rId30"/>
    <p:sldId id="356" r:id="rId31"/>
  </p:sldIdLst>
  <p:sldSz cx="12192000" cy="6858000"/>
  <p:notesSz cx="6858000" cy="9144000"/>
  <p:defaultTextStyle>
    <a:defPPr>
      <a:defRPr kern="0"/>
    </a:def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92A8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113" d="100"/>
          <a:sy n="113" d="100"/>
        </p:scale>
        <p:origin x="510" y="114"/>
      </p:cViewPr>
      <p:guideLst>
        <p:guide orient="horz" pos="2160"/>
        <p:guide pos="3840"/>
      </p:guideLst>
    </p:cSldViewPr>
  </p:slideViewPr>
  <p:notesTextViewPr>
    <p:cViewPr>
      <p:scale>
        <a:sx n="1" d="1"/>
        <a:sy n="1" d="1"/>
      </p:scale>
      <p:origin x="0" y="0"/>
    </p:cViewPr>
  </p:notesTextViewPr>
  <p:notesViewPr>
    <p:cSldViewPr snapToGrid="0">
      <p:cViewPr varScale="1">
        <p:scale>
          <a:sx n="83" d="100"/>
          <a:sy n="83" d="100"/>
        </p:scale>
        <p:origin x="3852" y="10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C4EE8F0D-4C39-45F8-A86B-93ED1F9D17B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8AF67F67-5D71-4F4C-B62B-A94D0A480B6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28648D-752F-4D9E-8EC2-61293C3E9BC7}" type="datetimeFigureOut">
              <a:rPr lang="pt-BR" smtClean="0"/>
              <a:t>23/02/2026</a:t>
            </a:fld>
            <a:endParaRPr lang="pt-BR"/>
          </a:p>
        </p:txBody>
      </p:sp>
      <p:sp>
        <p:nvSpPr>
          <p:cNvPr id="4" name="Espaço Reservado para Rodapé 3">
            <a:extLst>
              <a:ext uri="{FF2B5EF4-FFF2-40B4-BE49-F238E27FC236}">
                <a16:creationId xmlns:a16="http://schemas.microsoft.com/office/drawing/2014/main" id="{4A044854-0830-44C0-9D0A-E43EA97F778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7798EFAA-FD92-4E85-A429-F363379A131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1548D3A-3BA1-4F54-81A1-A8158414A376}" type="slidenum">
              <a:rPr lang="pt-BR" smtClean="0"/>
              <a:t>‹nº›</a:t>
            </a:fld>
            <a:endParaRPr lang="pt-BR"/>
          </a:p>
        </p:txBody>
      </p:sp>
    </p:spTree>
    <p:extLst>
      <p:ext uri="{BB962C8B-B14F-4D97-AF65-F5344CB8AC3E}">
        <p14:creationId xmlns:p14="http://schemas.microsoft.com/office/powerpoint/2010/main" val="419234046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8C82C2-29AC-436A-BE1C-15EF34E1D3DC}" type="datetimeFigureOut">
              <a:rPr lang="pt-BR" smtClean="0"/>
              <a:t>23/02/2026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Editar estilos de texto Mestre</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1B5CAF-5B6F-425A-AE44-DCAC1E915DB8}" type="slidenum">
              <a:rPr lang="pt-BR" smtClean="0"/>
              <a:t>‹nº›</a:t>
            </a:fld>
            <a:endParaRPr lang="pt-BR"/>
          </a:p>
        </p:txBody>
      </p:sp>
    </p:spTree>
    <p:extLst>
      <p:ext uri="{BB962C8B-B14F-4D97-AF65-F5344CB8AC3E}">
        <p14:creationId xmlns:p14="http://schemas.microsoft.com/office/powerpoint/2010/main" val="21575481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0EA917D-74D5-404C-BA5C-DF87562E0136}"/>
              </a:ext>
            </a:extLst>
          </p:cNvPr>
          <p:cNvSpPr>
            <a:spLocks noGrp="1"/>
          </p:cNvSpPr>
          <p:nvPr>
            <p:ph type="ctrTitle"/>
          </p:nvPr>
        </p:nvSpPr>
        <p:spPr>
          <a:xfrm>
            <a:off x="1524000" y="1978040"/>
            <a:ext cx="9144000" cy="2387600"/>
          </a:xfrm>
          <a:prstGeom prst="rect">
            <a:avLst/>
          </a:prstGeom>
        </p:spPr>
        <p:txBody>
          <a:bodyPr anchor="b"/>
          <a:lstStyle>
            <a:lvl1pPr algn="ctr">
              <a:defRPr sz="4800">
                <a:latin typeface="Times New Roman" panose="02020603050405020304" pitchFamily="18" charset="0"/>
                <a:cs typeface="Times New Roman" panose="02020603050405020304" pitchFamily="18" charset="0"/>
              </a:defRPr>
            </a:lvl1pPr>
          </a:lstStyle>
          <a:p>
            <a:r>
              <a:rPr lang="pt-BR" dirty="0"/>
              <a:t>Clique para editar o título Mestre</a:t>
            </a:r>
          </a:p>
        </p:txBody>
      </p:sp>
      <p:sp>
        <p:nvSpPr>
          <p:cNvPr id="3" name="Subtítulo 2">
            <a:extLst>
              <a:ext uri="{FF2B5EF4-FFF2-40B4-BE49-F238E27FC236}">
                <a16:creationId xmlns:a16="http://schemas.microsoft.com/office/drawing/2014/main" id="{19C60A06-6536-4E35-9AF8-4AA3C3A79418}"/>
              </a:ext>
            </a:extLst>
          </p:cNvPr>
          <p:cNvSpPr>
            <a:spLocks noGrp="1"/>
          </p:cNvSpPr>
          <p:nvPr>
            <p:ph type="subTitle" idx="1"/>
          </p:nvPr>
        </p:nvSpPr>
        <p:spPr>
          <a:xfrm>
            <a:off x="1524000" y="4689446"/>
            <a:ext cx="9144000" cy="1046191"/>
          </a:xfrm>
          <a:prstGeom prst="rect">
            <a:avLst/>
          </a:prstGeom>
        </p:spPr>
        <p:txBody>
          <a:bodyPr/>
          <a:lstStyle>
            <a:lvl1pPr marL="0" indent="0" algn="ctr">
              <a:buNone/>
              <a:defRPr sz="2000">
                <a:latin typeface="Times New Roman" panose="02020603050405020304" pitchFamily="18" charset="0"/>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dirty="0"/>
              <a:t>Clique para editar o estilo do subtítulo Mestre</a:t>
            </a:r>
          </a:p>
        </p:txBody>
      </p:sp>
    </p:spTree>
    <p:extLst>
      <p:ext uri="{BB962C8B-B14F-4D97-AF65-F5344CB8AC3E}">
        <p14:creationId xmlns:p14="http://schemas.microsoft.com/office/powerpoint/2010/main" val="32252521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ítulo e Conteúd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761988"/>
            <a:ext cx="12192000" cy="95885"/>
          </a:xfrm>
          <a:custGeom>
            <a:avLst/>
            <a:gdLst/>
            <a:ahLst/>
            <a:cxnLst/>
            <a:rect l="l" t="t" r="r" b="b"/>
            <a:pathLst>
              <a:path w="12192000" h="95884">
                <a:moveTo>
                  <a:pt x="12192000" y="0"/>
                </a:moveTo>
                <a:lnTo>
                  <a:pt x="0" y="0"/>
                </a:lnTo>
                <a:lnTo>
                  <a:pt x="0" y="95757"/>
                </a:lnTo>
                <a:lnTo>
                  <a:pt x="12192000" y="95757"/>
                </a:lnTo>
                <a:lnTo>
                  <a:pt x="12192000" y="0"/>
                </a:lnTo>
                <a:close/>
              </a:path>
            </a:pathLst>
          </a:custGeom>
          <a:solidFill>
            <a:srgbClr val="C1272C"/>
          </a:solidFill>
        </p:spPr>
        <p:txBody>
          <a:bodyPr wrap="square" lIns="0" tIns="0" rIns="0" bIns="0" rtlCol="0"/>
          <a:lstStyle/>
          <a:p>
            <a:endParaRPr/>
          </a:p>
        </p:txBody>
      </p:sp>
      <p:sp>
        <p:nvSpPr>
          <p:cNvPr id="17" name="bg object 17"/>
          <p:cNvSpPr/>
          <p:nvPr/>
        </p:nvSpPr>
        <p:spPr>
          <a:xfrm>
            <a:off x="10890497"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18" name="bg object 18"/>
          <p:cNvSpPr/>
          <p:nvPr/>
        </p:nvSpPr>
        <p:spPr>
          <a:xfrm>
            <a:off x="11048994"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19" name="bg object 19"/>
          <p:cNvSpPr/>
          <p:nvPr/>
        </p:nvSpPr>
        <p:spPr>
          <a:xfrm>
            <a:off x="11207491"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0" name="bg object 20"/>
          <p:cNvSpPr/>
          <p:nvPr/>
        </p:nvSpPr>
        <p:spPr>
          <a:xfrm>
            <a:off x="11365985"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1" name="bg object 21"/>
          <p:cNvSpPr/>
          <p:nvPr/>
        </p:nvSpPr>
        <p:spPr>
          <a:xfrm>
            <a:off x="11526011" y="5460491"/>
            <a:ext cx="30480" cy="32384"/>
          </a:xfrm>
          <a:custGeom>
            <a:avLst/>
            <a:gdLst/>
            <a:ahLst/>
            <a:cxnLst/>
            <a:rect l="l" t="t" r="r" b="b"/>
            <a:pathLst>
              <a:path w="30479" h="32385">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22" name="bg object 22"/>
          <p:cNvSpPr/>
          <p:nvPr/>
        </p:nvSpPr>
        <p:spPr>
          <a:xfrm>
            <a:off x="11684503"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3" name="bg object 23"/>
          <p:cNvSpPr/>
          <p:nvPr/>
        </p:nvSpPr>
        <p:spPr>
          <a:xfrm>
            <a:off x="11842997"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4" name="bg object 24"/>
          <p:cNvSpPr/>
          <p:nvPr/>
        </p:nvSpPr>
        <p:spPr>
          <a:xfrm>
            <a:off x="12001494" y="5460491"/>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5" name="bg object 25"/>
          <p:cNvSpPr/>
          <p:nvPr/>
        </p:nvSpPr>
        <p:spPr>
          <a:xfrm>
            <a:off x="10890497"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6" name="bg object 26"/>
          <p:cNvSpPr/>
          <p:nvPr/>
        </p:nvSpPr>
        <p:spPr>
          <a:xfrm>
            <a:off x="11048994"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7" name="bg object 27"/>
          <p:cNvSpPr/>
          <p:nvPr/>
        </p:nvSpPr>
        <p:spPr>
          <a:xfrm>
            <a:off x="11207491"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8" name="bg object 28"/>
          <p:cNvSpPr/>
          <p:nvPr/>
        </p:nvSpPr>
        <p:spPr>
          <a:xfrm>
            <a:off x="11365985"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29" name="bg object 29"/>
          <p:cNvSpPr/>
          <p:nvPr/>
        </p:nvSpPr>
        <p:spPr>
          <a:xfrm>
            <a:off x="11526011" y="5618988"/>
            <a:ext cx="30480" cy="32384"/>
          </a:xfrm>
          <a:custGeom>
            <a:avLst/>
            <a:gdLst/>
            <a:ahLst/>
            <a:cxnLst/>
            <a:rect l="l" t="t" r="r" b="b"/>
            <a:pathLst>
              <a:path w="30479" h="32385">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30" name="bg object 30"/>
          <p:cNvSpPr/>
          <p:nvPr/>
        </p:nvSpPr>
        <p:spPr>
          <a:xfrm>
            <a:off x="11684503"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1" name="bg object 31"/>
          <p:cNvSpPr/>
          <p:nvPr/>
        </p:nvSpPr>
        <p:spPr>
          <a:xfrm>
            <a:off x="11842997"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2" name="bg object 32"/>
          <p:cNvSpPr/>
          <p:nvPr/>
        </p:nvSpPr>
        <p:spPr>
          <a:xfrm>
            <a:off x="12001494" y="5618988"/>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3" name="bg object 33"/>
          <p:cNvSpPr/>
          <p:nvPr/>
        </p:nvSpPr>
        <p:spPr>
          <a:xfrm>
            <a:off x="10890497"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4" name="bg object 34"/>
          <p:cNvSpPr/>
          <p:nvPr/>
        </p:nvSpPr>
        <p:spPr>
          <a:xfrm>
            <a:off x="11048994"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5" name="bg object 35"/>
          <p:cNvSpPr/>
          <p:nvPr/>
        </p:nvSpPr>
        <p:spPr>
          <a:xfrm>
            <a:off x="11207491"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6" name="bg object 36"/>
          <p:cNvSpPr/>
          <p:nvPr/>
        </p:nvSpPr>
        <p:spPr>
          <a:xfrm>
            <a:off x="11365985"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7" name="bg object 37"/>
          <p:cNvSpPr/>
          <p:nvPr/>
        </p:nvSpPr>
        <p:spPr>
          <a:xfrm>
            <a:off x="11526011" y="5777484"/>
            <a:ext cx="30480" cy="32384"/>
          </a:xfrm>
          <a:custGeom>
            <a:avLst/>
            <a:gdLst/>
            <a:ahLst/>
            <a:cxnLst/>
            <a:rect l="l" t="t" r="r" b="b"/>
            <a:pathLst>
              <a:path w="30479" h="32385">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38" name="bg object 38"/>
          <p:cNvSpPr/>
          <p:nvPr/>
        </p:nvSpPr>
        <p:spPr>
          <a:xfrm>
            <a:off x="11684503"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9" name="bg object 39"/>
          <p:cNvSpPr/>
          <p:nvPr/>
        </p:nvSpPr>
        <p:spPr>
          <a:xfrm>
            <a:off x="11842997"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0" name="bg object 40"/>
          <p:cNvSpPr/>
          <p:nvPr/>
        </p:nvSpPr>
        <p:spPr>
          <a:xfrm>
            <a:off x="12001494" y="5777484"/>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1" name="bg object 41"/>
          <p:cNvSpPr/>
          <p:nvPr/>
        </p:nvSpPr>
        <p:spPr>
          <a:xfrm>
            <a:off x="10890497"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2" name="bg object 42"/>
          <p:cNvSpPr/>
          <p:nvPr/>
        </p:nvSpPr>
        <p:spPr>
          <a:xfrm>
            <a:off x="11048994"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3" name="bg object 43"/>
          <p:cNvSpPr/>
          <p:nvPr/>
        </p:nvSpPr>
        <p:spPr>
          <a:xfrm>
            <a:off x="11207491"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4" name="bg object 44"/>
          <p:cNvSpPr/>
          <p:nvPr/>
        </p:nvSpPr>
        <p:spPr>
          <a:xfrm>
            <a:off x="11365985"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5" name="bg object 45"/>
          <p:cNvSpPr/>
          <p:nvPr/>
        </p:nvSpPr>
        <p:spPr>
          <a:xfrm>
            <a:off x="11526011" y="5937503"/>
            <a:ext cx="30480" cy="32384"/>
          </a:xfrm>
          <a:custGeom>
            <a:avLst/>
            <a:gdLst/>
            <a:ahLst/>
            <a:cxnLst/>
            <a:rect l="l" t="t" r="r" b="b"/>
            <a:pathLst>
              <a:path w="30479" h="32385">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46" name="bg object 46"/>
          <p:cNvSpPr/>
          <p:nvPr/>
        </p:nvSpPr>
        <p:spPr>
          <a:xfrm>
            <a:off x="11684503"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7" name="bg object 47"/>
          <p:cNvSpPr/>
          <p:nvPr/>
        </p:nvSpPr>
        <p:spPr>
          <a:xfrm>
            <a:off x="11842997"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8" name="bg object 48"/>
          <p:cNvSpPr/>
          <p:nvPr/>
        </p:nvSpPr>
        <p:spPr>
          <a:xfrm>
            <a:off x="12001494" y="5937503"/>
            <a:ext cx="32384" cy="32384"/>
          </a:xfrm>
          <a:custGeom>
            <a:avLst/>
            <a:gdLst/>
            <a:ahLst/>
            <a:cxnLst/>
            <a:rect l="l" t="t" r="r" b="b"/>
            <a:pathLst>
              <a:path w="32384" h="32385">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9" name="bg object 49"/>
          <p:cNvSpPr/>
          <p:nvPr/>
        </p:nvSpPr>
        <p:spPr>
          <a:xfrm>
            <a:off x="10890497"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0" name="bg object 50"/>
          <p:cNvSpPr/>
          <p:nvPr/>
        </p:nvSpPr>
        <p:spPr>
          <a:xfrm>
            <a:off x="11048994"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1" name="bg object 51"/>
          <p:cNvSpPr/>
          <p:nvPr/>
        </p:nvSpPr>
        <p:spPr>
          <a:xfrm>
            <a:off x="11207491"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2" name="bg object 52"/>
          <p:cNvSpPr/>
          <p:nvPr/>
        </p:nvSpPr>
        <p:spPr>
          <a:xfrm>
            <a:off x="11365985"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3" name="bg object 53"/>
          <p:cNvSpPr/>
          <p:nvPr/>
        </p:nvSpPr>
        <p:spPr>
          <a:xfrm>
            <a:off x="11526011" y="6096000"/>
            <a:ext cx="30480" cy="32384"/>
          </a:xfrm>
          <a:custGeom>
            <a:avLst/>
            <a:gdLst/>
            <a:ahLst/>
            <a:cxnLst/>
            <a:rect l="l" t="t" r="r" b="b"/>
            <a:pathLst>
              <a:path w="30479" h="32385">
                <a:moveTo>
                  <a:pt x="15138" y="0"/>
                </a:moveTo>
                <a:lnTo>
                  <a:pt x="9245" y="1244"/>
                </a:lnTo>
                <a:lnTo>
                  <a:pt x="4432" y="4660"/>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60"/>
                </a:lnTo>
                <a:lnTo>
                  <a:pt x="21031" y="1244"/>
                </a:lnTo>
                <a:lnTo>
                  <a:pt x="15138" y="0"/>
                </a:lnTo>
                <a:close/>
              </a:path>
            </a:pathLst>
          </a:custGeom>
          <a:solidFill>
            <a:srgbClr val="333333"/>
          </a:solidFill>
        </p:spPr>
        <p:txBody>
          <a:bodyPr wrap="square" lIns="0" tIns="0" rIns="0" bIns="0" rtlCol="0"/>
          <a:lstStyle/>
          <a:p>
            <a:endParaRPr/>
          </a:p>
        </p:txBody>
      </p:sp>
      <p:sp>
        <p:nvSpPr>
          <p:cNvPr id="54" name="bg object 54"/>
          <p:cNvSpPr/>
          <p:nvPr/>
        </p:nvSpPr>
        <p:spPr>
          <a:xfrm>
            <a:off x="11684503"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5" name="bg object 55"/>
          <p:cNvSpPr/>
          <p:nvPr/>
        </p:nvSpPr>
        <p:spPr>
          <a:xfrm>
            <a:off x="11842997"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6" name="bg object 56"/>
          <p:cNvSpPr/>
          <p:nvPr/>
        </p:nvSpPr>
        <p:spPr>
          <a:xfrm>
            <a:off x="12001494" y="6096000"/>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7" name="bg object 57"/>
          <p:cNvSpPr/>
          <p:nvPr/>
        </p:nvSpPr>
        <p:spPr>
          <a:xfrm>
            <a:off x="10890497"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8" name="bg object 58"/>
          <p:cNvSpPr/>
          <p:nvPr/>
        </p:nvSpPr>
        <p:spPr>
          <a:xfrm>
            <a:off x="11048994"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59" name="bg object 59"/>
          <p:cNvSpPr/>
          <p:nvPr/>
        </p:nvSpPr>
        <p:spPr>
          <a:xfrm>
            <a:off x="11207491"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0" name="bg object 60"/>
          <p:cNvSpPr/>
          <p:nvPr/>
        </p:nvSpPr>
        <p:spPr>
          <a:xfrm>
            <a:off x="11365985"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1" name="bg object 61"/>
          <p:cNvSpPr/>
          <p:nvPr/>
        </p:nvSpPr>
        <p:spPr>
          <a:xfrm>
            <a:off x="11526011" y="6254496"/>
            <a:ext cx="30480" cy="32384"/>
          </a:xfrm>
          <a:custGeom>
            <a:avLst/>
            <a:gdLst/>
            <a:ahLst/>
            <a:cxnLst/>
            <a:rect l="l" t="t" r="r" b="b"/>
            <a:pathLst>
              <a:path w="30479" h="32385">
                <a:moveTo>
                  <a:pt x="15138" y="0"/>
                </a:moveTo>
                <a:lnTo>
                  <a:pt x="9245" y="1244"/>
                </a:lnTo>
                <a:lnTo>
                  <a:pt x="4432" y="4660"/>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60"/>
                </a:lnTo>
                <a:lnTo>
                  <a:pt x="21031" y="1244"/>
                </a:lnTo>
                <a:lnTo>
                  <a:pt x="15138" y="0"/>
                </a:lnTo>
                <a:close/>
              </a:path>
            </a:pathLst>
          </a:custGeom>
          <a:solidFill>
            <a:srgbClr val="333333"/>
          </a:solidFill>
        </p:spPr>
        <p:txBody>
          <a:bodyPr wrap="square" lIns="0" tIns="0" rIns="0" bIns="0" rtlCol="0"/>
          <a:lstStyle/>
          <a:p>
            <a:endParaRPr/>
          </a:p>
        </p:txBody>
      </p:sp>
      <p:sp>
        <p:nvSpPr>
          <p:cNvPr id="62" name="bg object 62"/>
          <p:cNvSpPr/>
          <p:nvPr/>
        </p:nvSpPr>
        <p:spPr>
          <a:xfrm>
            <a:off x="11684503"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3" name="bg object 63"/>
          <p:cNvSpPr/>
          <p:nvPr/>
        </p:nvSpPr>
        <p:spPr>
          <a:xfrm>
            <a:off x="11842997"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4" name="bg object 64"/>
          <p:cNvSpPr/>
          <p:nvPr/>
        </p:nvSpPr>
        <p:spPr>
          <a:xfrm>
            <a:off x="12001494" y="6254496"/>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5" name="bg object 65"/>
          <p:cNvSpPr/>
          <p:nvPr/>
        </p:nvSpPr>
        <p:spPr>
          <a:xfrm>
            <a:off x="10890497"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6" name="bg object 66"/>
          <p:cNvSpPr/>
          <p:nvPr/>
        </p:nvSpPr>
        <p:spPr>
          <a:xfrm>
            <a:off x="11048994"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7" name="bg object 67"/>
          <p:cNvSpPr/>
          <p:nvPr/>
        </p:nvSpPr>
        <p:spPr>
          <a:xfrm>
            <a:off x="11207491"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8" name="bg object 68"/>
          <p:cNvSpPr/>
          <p:nvPr/>
        </p:nvSpPr>
        <p:spPr>
          <a:xfrm>
            <a:off x="11365985"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69" name="bg object 69"/>
          <p:cNvSpPr/>
          <p:nvPr/>
        </p:nvSpPr>
        <p:spPr>
          <a:xfrm>
            <a:off x="11526011" y="6412991"/>
            <a:ext cx="30480" cy="32384"/>
          </a:xfrm>
          <a:custGeom>
            <a:avLst/>
            <a:gdLst/>
            <a:ahLst/>
            <a:cxnLst/>
            <a:rect l="l" t="t" r="r" b="b"/>
            <a:pathLst>
              <a:path w="30479" h="32385">
                <a:moveTo>
                  <a:pt x="15138" y="0"/>
                </a:moveTo>
                <a:lnTo>
                  <a:pt x="9245" y="1244"/>
                </a:lnTo>
                <a:lnTo>
                  <a:pt x="4432" y="4660"/>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60"/>
                </a:lnTo>
                <a:lnTo>
                  <a:pt x="21031" y="1244"/>
                </a:lnTo>
                <a:lnTo>
                  <a:pt x="15138" y="0"/>
                </a:lnTo>
                <a:close/>
              </a:path>
            </a:pathLst>
          </a:custGeom>
          <a:solidFill>
            <a:srgbClr val="333333"/>
          </a:solidFill>
        </p:spPr>
        <p:txBody>
          <a:bodyPr wrap="square" lIns="0" tIns="0" rIns="0" bIns="0" rtlCol="0"/>
          <a:lstStyle/>
          <a:p>
            <a:endParaRPr/>
          </a:p>
        </p:txBody>
      </p:sp>
      <p:sp>
        <p:nvSpPr>
          <p:cNvPr id="70" name="bg object 70"/>
          <p:cNvSpPr/>
          <p:nvPr/>
        </p:nvSpPr>
        <p:spPr>
          <a:xfrm>
            <a:off x="11684503"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1" name="bg object 71"/>
          <p:cNvSpPr/>
          <p:nvPr/>
        </p:nvSpPr>
        <p:spPr>
          <a:xfrm>
            <a:off x="11842997"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2" name="bg object 72"/>
          <p:cNvSpPr/>
          <p:nvPr/>
        </p:nvSpPr>
        <p:spPr>
          <a:xfrm>
            <a:off x="12001494" y="6412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3" name="bg object 73"/>
          <p:cNvSpPr/>
          <p:nvPr/>
        </p:nvSpPr>
        <p:spPr>
          <a:xfrm>
            <a:off x="10890497"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4" name="bg object 74"/>
          <p:cNvSpPr/>
          <p:nvPr/>
        </p:nvSpPr>
        <p:spPr>
          <a:xfrm>
            <a:off x="11048994"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5" name="bg object 75"/>
          <p:cNvSpPr/>
          <p:nvPr/>
        </p:nvSpPr>
        <p:spPr>
          <a:xfrm>
            <a:off x="11207491"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6" name="bg object 76"/>
          <p:cNvSpPr/>
          <p:nvPr/>
        </p:nvSpPr>
        <p:spPr>
          <a:xfrm>
            <a:off x="11365985"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7" name="bg object 77"/>
          <p:cNvSpPr/>
          <p:nvPr/>
        </p:nvSpPr>
        <p:spPr>
          <a:xfrm>
            <a:off x="11526011" y="6571488"/>
            <a:ext cx="30480" cy="32384"/>
          </a:xfrm>
          <a:custGeom>
            <a:avLst/>
            <a:gdLst/>
            <a:ahLst/>
            <a:cxnLst/>
            <a:rect l="l" t="t" r="r" b="b"/>
            <a:pathLst>
              <a:path w="30479" h="32384">
                <a:moveTo>
                  <a:pt x="15138" y="0"/>
                </a:moveTo>
                <a:lnTo>
                  <a:pt x="9245" y="1244"/>
                </a:lnTo>
                <a:lnTo>
                  <a:pt x="4432" y="4660"/>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60"/>
                </a:lnTo>
                <a:lnTo>
                  <a:pt x="21031" y="1244"/>
                </a:lnTo>
                <a:lnTo>
                  <a:pt x="15138" y="0"/>
                </a:lnTo>
                <a:close/>
              </a:path>
            </a:pathLst>
          </a:custGeom>
          <a:solidFill>
            <a:srgbClr val="333333"/>
          </a:solidFill>
        </p:spPr>
        <p:txBody>
          <a:bodyPr wrap="square" lIns="0" tIns="0" rIns="0" bIns="0" rtlCol="0"/>
          <a:lstStyle/>
          <a:p>
            <a:endParaRPr/>
          </a:p>
        </p:txBody>
      </p:sp>
      <p:sp>
        <p:nvSpPr>
          <p:cNvPr id="78" name="bg object 78"/>
          <p:cNvSpPr/>
          <p:nvPr/>
        </p:nvSpPr>
        <p:spPr>
          <a:xfrm>
            <a:off x="11684503"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79" name="bg object 79"/>
          <p:cNvSpPr/>
          <p:nvPr/>
        </p:nvSpPr>
        <p:spPr>
          <a:xfrm>
            <a:off x="11842997"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80" name="bg object 80"/>
          <p:cNvSpPr/>
          <p:nvPr/>
        </p:nvSpPr>
        <p:spPr>
          <a:xfrm>
            <a:off x="12001494" y="6571488"/>
            <a:ext cx="32384" cy="32384"/>
          </a:xfrm>
          <a:custGeom>
            <a:avLst/>
            <a:gdLst/>
            <a:ahLst/>
            <a:cxnLst/>
            <a:rect l="l" t="t" r="r" b="b"/>
            <a:pathLst>
              <a:path w="32384" h="32384">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grpSp>
        <p:nvGrpSpPr>
          <p:cNvPr id="2" name="Agrupar 1">
            <a:extLst>
              <a:ext uri="{FF2B5EF4-FFF2-40B4-BE49-F238E27FC236}">
                <a16:creationId xmlns:a16="http://schemas.microsoft.com/office/drawing/2014/main" id="{09E7F050-AEA0-49AF-A6EA-BCBA0EB24374}"/>
              </a:ext>
            </a:extLst>
          </p:cNvPr>
          <p:cNvGrpSpPr/>
          <p:nvPr/>
        </p:nvGrpSpPr>
        <p:grpSpPr>
          <a:xfrm>
            <a:off x="9317735" y="794321"/>
            <a:ext cx="2239011" cy="571500"/>
            <a:chOff x="9317735" y="635508"/>
            <a:chExt cx="2239011" cy="571500"/>
          </a:xfrm>
        </p:grpSpPr>
        <p:sp>
          <p:nvSpPr>
            <p:cNvPr id="84" name="bg object 82">
              <a:extLst>
                <a:ext uri="{FF2B5EF4-FFF2-40B4-BE49-F238E27FC236}">
                  <a16:creationId xmlns:a16="http://schemas.microsoft.com/office/drawing/2014/main" id="{06CCFD8B-18B2-4059-BCE0-A6B11B98CA26}"/>
                </a:ext>
              </a:extLst>
            </p:cNvPr>
            <p:cNvSpPr/>
            <p:nvPr/>
          </p:nvSpPr>
          <p:spPr>
            <a:xfrm>
              <a:off x="9317735" y="635508"/>
              <a:ext cx="2239010" cy="571500"/>
            </a:xfrm>
            <a:custGeom>
              <a:avLst/>
              <a:gdLst/>
              <a:ahLst/>
              <a:cxnLst/>
              <a:rect l="l" t="t" r="r" b="b"/>
              <a:pathLst>
                <a:path w="2239009" h="571500">
                  <a:moveTo>
                    <a:pt x="2238629" y="0"/>
                  </a:moveTo>
                  <a:lnTo>
                    <a:pt x="0" y="0"/>
                  </a:lnTo>
                  <a:lnTo>
                    <a:pt x="0" y="571144"/>
                  </a:lnTo>
                  <a:lnTo>
                    <a:pt x="2238629" y="571144"/>
                  </a:lnTo>
                  <a:lnTo>
                    <a:pt x="2238629" y="0"/>
                  </a:lnTo>
                  <a:close/>
                </a:path>
              </a:pathLst>
            </a:custGeom>
            <a:solidFill>
              <a:srgbClr val="E11013"/>
            </a:solidFill>
          </p:spPr>
          <p:txBody>
            <a:bodyPr wrap="square" lIns="0" tIns="0" rIns="0" bIns="0" rtlCol="0"/>
            <a:lstStyle/>
            <a:p>
              <a:endParaRPr/>
            </a:p>
          </p:txBody>
        </p:sp>
        <p:sp>
          <p:nvSpPr>
            <p:cNvPr id="85" name="bg object 83">
              <a:extLst>
                <a:ext uri="{FF2B5EF4-FFF2-40B4-BE49-F238E27FC236}">
                  <a16:creationId xmlns:a16="http://schemas.microsoft.com/office/drawing/2014/main" id="{8F5DB6DA-2D93-4CF6-A714-50531DB4CB9D}"/>
                </a:ext>
              </a:extLst>
            </p:cNvPr>
            <p:cNvSpPr/>
            <p:nvPr/>
          </p:nvSpPr>
          <p:spPr>
            <a:xfrm>
              <a:off x="9317736" y="708659"/>
              <a:ext cx="2239010" cy="423545"/>
            </a:xfrm>
            <a:custGeom>
              <a:avLst/>
              <a:gdLst/>
              <a:ahLst/>
              <a:cxnLst/>
              <a:rect l="l" t="t" r="r" b="b"/>
              <a:pathLst>
                <a:path w="2239009" h="423544">
                  <a:moveTo>
                    <a:pt x="120230" y="399821"/>
                  </a:moveTo>
                  <a:lnTo>
                    <a:pt x="0" y="399821"/>
                  </a:lnTo>
                  <a:lnTo>
                    <a:pt x="0" y="414845"/>
                  </a:lnTo>
                  <a:lnTo>
                    <a:pt x="120230" y="414845"/>
                  </a:lnTo>
                  <a:lnTo>
                    <a:pt x="120230" y="399821"/>
                  </a:lnTo>
                  <a:close/>
                </a:path>
                <a:path w="2239009" h="423544">
                  <a:moveTo>
                    <a:pt x="120230" y="303809"/>
                  </a:moveTo>
                  <a:lnTo>
                    <a:pt x="0" y="303809"/>
                  </a:lnTo>
                  <a:lnTo>
                    <a:pt x="0" y="318808"/>
                  </a:lnTo>
                  <a:lnTo>
                    <a:pt x="120230" y="318808"/>
                  </a:lnTo>
                  <a:lnTo>
                    <a:pt x="120230" y="303809"/>
                  </a:lnTo>
                  <a:close/>
                </a:path>
                <a:path w="2239009" h="423544">
                  <a:moveTo>
                    <a:pt x="120230" y="204177"/>
                  </a:moveTo>
                  <a:lnTo>
                    <a:pt x="0" y="204177"/>
                  </a:lnTo>
                  <a:lnTo>
                    <a:pt x="0" y="219189"/>
                  </a:lnTo>
                  <a:lnTo>
                    <a:pt x="120230" y="219189"/>
                  </a:lnTo>
                  <a:lnTo>
                    <a:pt x="120230" y="204177"/>
                  </a:lnTo>
                  <a:close/>
                </a:path>
                <a:path w="2239009" h="423544">
                  <a:moveTo>
                    <a:pt x="120230" y="105879"/>
                  </a:moveTo>
                  <a:lnTo>
                    <a:pt x="0" y="105879"/>
                  </a:lnTo>
                  <a:lnTo>
                    <a:pt x="0" y="120916"/>
                  </a:lnTo>
                  <a:lnTo>
                    <a:pt x="120230" y="120916"/>
                  </a:lnTo>
                  <a:lnTo>
                    <a:pt x="120230" y="105879"/>
                  </a:lnTo>
                  <a:close/>
                </a:path>
                <a:path w="2239009" h="423544">
                  <a:moveTo>
                    <a:pt x="120230" y="10160"/>
                  </a:moveTo>
                  <a:lnTo>
                    <a:pt x="0" y="10160"/>
                  </a:lnTo>
                  <a:lnTo>
                    <a:pt x="0" y="25158"/>
                  </a:lnTo>
                  <a:lnTo>
                    <a:pt x="120230" y="25158"/>
                  </a:lnTo>
                  <a:lnTo>
                    <a:pt x="120230" y="10160"/>
                  </a:lnTo>
                  <a:close/>
                </a:path>
                <a:path w="2239009" h="423544">
                  <a:moveTo>
                    <a:pt x="550735" y="97612"/>
                  </a:moveTo>
                  <a:lnTo>
                    <a:pt x="540943" y="51117"/>
                  </a:lnTo>
                  <a:lnTo>
                    <a:pt x="509511" y="21043"/>
                  </a:lnTo>
                  <a:lnTo>
                    <a:pt x="463245" y="4838"/>
                  </a:lnTo>
                  <a:lnTo>
                    <a:pt x="408952" y="0"/>
                  </a:lnTo>
                  <a:lnTo>
                    <a:pt x="380466" y="1041"/>
                  </a:lnTo>
                  <a:lnTo>
                    <a:pt x="324675" y="10426"/>
                  </a:lnTo>
                  <a:lnTo>
                    <a:pt x="274320" y="31940"/>
                  </a:lnTo>
                  <a:lnTo>
                    <a:pt x="234048" y="68414"/>
                  </a:lnTo>
                  <a:lnTo>
                    <a:pt x="208483" y="122732"/>
                  </a:lnTo>
                  <a:lnTo>
                    <a:pt x="205600" y="154203"/>
                  </a:lnTo>
                  <a:lnTo>
                    <a:pt x="211162" y="181978"/>
                  </a:lnTo>
                  <a:lnTo>
                    <a:pt x="248818" y="221818"/>
                  </a:lnTo>
                  <a:lnTo>
                    <a:pt x="308508" y="243281"/>
                  </a:lnTo>
                  <a:lnTo>
                    <a:pt x="360629" y="256781"/>
                  </a:lnTo>
                  <a:lnTo>
                    <a:pt x="380822" y="263994"/>
                  </a:lnTo>
                  <a:lnTo>
                    <a:pt x="395503" y="273354"/>
                  </a:lnTo>
                  <a:lnTo>
                    <a:pt x="403428" y="286232"/>
                  </a:lnTo>
                  <a:lnTo>
                    <a:pt x="403402" y="304012"/>
                  </a:lnTo>
                  <a:lnTo>
                    <a:pt x="394042" y="321741"/>
                  </a:lnTo>
                  <a:lnTo>
                    <a:pt x="377088" y="334403"/>
                  </a:lnTo>
                  <a:lnTo>
                    <a:pt x="356311" y="341998"/>
                  </a:lnTo>
                  <a:lnTo>
                    <a:pt x="335521" y="344525"/>
                  </a:lnTo>
                  <a:lnTo>
                    <a:pt x="308470" y="340677"/>
                  </a:lnTo>
                  <a:lnTo>
                    <a:pt x="289204" y="329323"/>
                  </a:lnTo>
                  <a:lnTo>
                    <a:pt x="279184" y="310819"/>
                  </a:lnTo>
                  <a:lnTo>
                    <a:pt x="279857" y="285432"/>
                  </a:lnTo>
                  <a:lnTo>
                    <a:pt x="167017" y="285432"/>
                  </a:lnTo>
                  <a:lnTo>
                    <a:pt x="163322" y="319227"/>
                  </a:lnTo>
                  <a:lnTo>
                    <a:pt x="166306" y="347357"/>
                  </a:lnTo>
                  <a:lnTo>
                    <a:pt x="175310" y="370255"/>
                  </a:lnTo>
                  <a:lnTo>
                    <a:pt x="208648" y="402221"/>
                  </a:lnTo>
                  <a:lnTo>
                    <a:pt x="257911" y="418744"/>
                  </a:lnTo>
                  <a:lnTo>
                    <a:pt x="317665" y="423456"/>
                  </a:lnTo>
                  <a:lnTo>
                    <a:pt x="348932" y="421944"/>
                  </a:lnTo>
                  <a:lnTo>
                    <a:pt x="408813" y="409752"/>
                  </a:lnTo>
                  <a:lnTo>
                    <a:pt x="461098" y="385089"/>
                  </a:lnTo>
                  <a:lnTo>
                    <a:pt x="500913" y="347687"/>
                  </a:lnTo>
                  <a:lnTo>
                    <a:pt x="523379" y="297243"/>
                  </a:lnTo>
                  <a:lnTo>
                    <a:pt x="526884" y="264312"/>
                  </a:lnTo>
                  <a:lnTo>
                    <a:pt x="522681" y="238074"/>
                  </a:lnTo>
                  <a:lnTo>
                    <a:pt x="476567" y="190169"/>
                  </a:lnTo>
                  <a:lnTo>
                    <a:pt x="430606" y="174561"/>
                  </a:lnTo>
                  <a:lnTo>
                    <a:pt x="384314" y="163258"/>
                  </a:lnTo>
                  <a:lnTo>
                    <a:pt x="362788" y="156730"/>
                  </a:lnTo>
                  <a:lnTo>
                    <a:pt x="343408" y="147840"/>
                  </a:lnTo>
                  <a:lnTo>
                    <a:pt x="330492" y="134835"/>
                  </a:lnTo>
                  <a:lnTo>
                    <a:pt x="328371" y="115963"/>
                  </a:lnTo>
                  <a:lnTo>
                    <a:pt x="335356" y="101612"/>
                  </a:lnTo>
                  <a:lnTo>
                    <a:pt x="348475" y="89789"/>
                  </a:lnTo>
                  <a:lnTo>
                    <a:pt x="365633" y="81762"/>
                  </a:lnTo>
                  <a:lnTo>
                    <a:pt x="384784" y="78816"/>
                  </a:lnTo>
                  <a:lnTo>
                    <a:pt x="398157" y="79654"/>
                  </a:lnTo>
                  <a:lnTo>
                    <a:pt x="425488" y="91770"/>
                  </a:lnTo>
                  <a:lnTo>
                    <a:pt x="434263" y="116700"/>
                  </a:lnTo>
                  <a:lnTo>
                    <a:pt x="432562" y="127787"/>
                  </a:lnTo>
                  <a:lnTo>
                    <a:pt x="545388" y="127787"/>
                  </a:lnTo>
                  <a:lnTo>
                    <a:pt x="550735" y="97612"/>
                  </a:lnTo>
                  <a:close/>
                </a:path>
                <a:path w="2239009" h="423544">
                  <a:moveTo>
                    <a:pt x="958367" y="8445"/>
                  </a:moveTo>
                  <a:lnTo>
                    <a:pt x="648081" y="8445"/>
                  </a:lnTo>
                  <a:lnTo>
                    <a:pt x="561479" y="414921"/>
                  </a:lnTo>
                  <a:lnTo>
                    <a:pt x="871778" y="414921"/>
                  </a:lnTo>
                  <a:lnTo>
                    <a:pt x="888606" y="336092"/>
                  </a:lnTo>
                  <a:lnTo>
                    <a:pt x="691134" y="336092"/>
                  </a:lnTo>
                  <a:lnTo>
                    <a:pt x="709472" y="249961"/>
                  </a:lnTo>
                  <a:lnTo>
                    <a:pt x="891133" y="249961"/>
                  </a:lnTo>
                  <a:lnTo>
                    <a:pt x="907872" y="171170"/>
                  </a:lnTo>
                  <a:lnTo>
                    <a:pt x="726198" y="171170"/>
                  </a:lnTo>
                  <a:lnTo>
                    <a:pt x="744067" y="87261"/>
                  </a:lnTo>
                  <a:lnTo>
                    <a:pt x="941539" y="87261"/>
                  </a:lnTo>
                  <a:lnTo>
                    <a:pt x="958367" y="8445"/>
                  </a:lnTo>
                  <a:close/>
                </a:path>
                <a:path w="2239009" h="423544">
                  <a:moveTo>
                    <a:pt x="1419288" y="8445"/>
                  </a:moveTo>
                  <a:lnTo>
                    <a:pt x="1317739" y="8445"/>
                  </a:lnTo>
                  <a:lnTo>
                    <a:pt x="1253426" y="310184"/>
                  </a:lnTo>
                  <a:lnTo>
                    <a:pt x="1252105" y="311340"/>
                  </a:lnTo>
                  <a:lnTo>
                    <a:pt x="1180071" y="8445"/>
                  </a:lnTo>
                  <a:lnTo>
                    <a:pt x="1022108" y="8445"/>
                  </a:lnTo>
                  <a:lnTo>
                    <a:pt x="935507" y="414921"/>
                  </a:lnTo>
                  <a:lnTo>
                    <a:pt x="1037069" y="414921"/>
                  </a:lnTo>
                  <a:lnTo>
                    <a:pt x="1103363" y="103606"/>
                  </a:lnTo>
                  <a:lnTo>
                    <a:pt x="1104480" y="103606"/>
                  </a:lnTo>
                  <a:lnTo>
                    <a:pt x="1176413" y="414921"/>
                  </a:lnTo>
                  <a:lnTo>
                    <a:pt x="1332699" y="414921"/>
                  </a:lnTo>
                  <a:lnTo>
                    <a:pt x="1419288" y="8445"/>
                  </a:lnTo>
                  <a:close/>
                </a:path>
                <a:path w="2239009" h="423544">
                  <a:moveTo>
                    <a:pt x="1833689" y="414921"/>
                  </a:moveTo>
                  <a:lnTo>
                    <a:pt x="1819198" y="335534"/>
                  </a:lnTo>
                  <a:lnTo>
                    <a:pt x="1804809" y="256717"/>
                  </a:lnTo>
                  <a:lnTo>
                    <a:pt x="1759508" y="8445"/>
                  </a:lnTo>
                  <a:lnTo>
                    <a:pt x="1685124" y="8445"/>
                  </a:lnTo>
                  <a:lnTo>
                    <a:pt x="1685124" y="256717"/>
                  </a:lnTo>
                  <a:lnTo>
                    <a:pt x="1576235" y="256717"/>
                  </a:lnTo>
                  <a:lnTo>
                    <a:pt x="1667535" y="87807"/>
                  </a:lnTo>
                  <a:lnTo>
                    <a:pt x="1669224" y="87807"/>
                  </a:lnTo>
                  <a:lnTo>
                    <a:pt x="1685124" y="256717"/>
                  </a:lnTo>
                  <a:lnTo>
                    <a:pt x="1685124" y="8445"/>
                  </a:lnTo>
                  <a:lnTo>
                    <a:pt x="1621840" y="8445"/>
                  </a:lnTo>
                  <a:lnTo>
                    <a:pt x="1374432" y="414921"/>
                  </a:lnTo>
                  <a:lnTo>
                    <a:pt x="1487297" y="414921"/>
                  </a:lnTo>
                  <a:lnTo>
                    <a:pt x="1530718" y="335534"/>
                  </a:lnTo>
                  <a:lnTo>
                    <a:pt x="1696034" y="335534"/>
                  </a:lnTo>
                  <a:lnTo>
                    <a:pt x="1706181" y="414921"/>
                  </a:lnTo>
                  <a:lnTo>
                    <a:pt x="1833689" y="414921"/>
                  </a:lnTo>
                  <a:close/>
                </a:path>
                <a:path w="2239009" h="423544">
                  <a:moveTo>
                    <a:pt x="2075992" y="8445"/>
                  </a:moveTo>
                  <a:lnTo>
                    <a:pt x="1963166" y="8445"/>
                  </a:lnTo>
                  <a:lnTo>
                    <a:pt x="1876552" y="414921"/>
                  </a:lnTo>
                  <a:lnTo>
                    <a:pt x="1989404" y="414921"/>
                  </a:lnTo>
                  <a:lnTo>
                    <a:pt x="2075992" y="8445"/>
                  </a:lnTo>
                  <a:close/>
                </a:path>
                <a:path w="2239009" h="423544">
                  <a:moveTo>
                    <a:pt x="2238603" y="399821"/>
                  </a:moveTo>
                  <a:lnTo>
                    <a:pt x="2118372" y="399821"/>
                  </a:lnTo>
                  <a:lnTo>
                    <a:pt x="2118372" y="414845"/>
                  </a:lnTo>
                  <a:lnTo>
                    <a:pt x="2238603" y="414845"/>
                  </a:lnTo>
                  <a:lnTo>
                    <a:pt x="2238603" y="399821"/>
                  </a:lnTo>
                  <a:close/>
                </a:path>
                <a:path w="2239009" h="423544">
                  <a:moveTo>
                    <a:pt x="2238603" y="303809"/>
                  </a:moveTo>
                  <a:lnTo>
                    <a:pt x="2118372" y="303809"/>
                  </a:lnTo>
                  <a:lnTo>
                    <a:pt x="2118372" y="318808"/>
                  </a:lnTo>
                  <a:lnTo>
                    <a:pt x="2238603" y="318808"/>
                  </a:lnTo>
                  <a:lnTo>
                    <a:pt x="2238603" y="303809"/>
                  </a:lnTo>
                  <a:close/>
                </a:path>
                <a:path w="2239009" h="423544">
                  <a:moveTo>
                    <a:pt x="2238603" y="204177"/>
                  </a:moveTo>
                  <a:lnTo>
                    <a:pt x="2118372" y="204177"/>
                  </a:lnTo>
                  <a:lnTo>
                    <a:pt x="2118372" y="219189"/>
                  </a:lnTo>
                  <a:lnTo>
                    <a:pt x="2238603" y="219189"/>
                  </a:lnTo>
                  <a:lnTo>
                    <a:pt x="2238603" y="204177"/>
                  </a:lnTo>
                  <a:close/>
                </a:path>
                <a:path w="2239009" h="423544">
                  <a:moveTo>
                    <a:pt x="2238603" y="105879"/>
                  </a:moveTo>
                  <a:lnTo>
                    <a:pt x="2118372" y="105879"/>
                  </a:lnTo>
                  <a:lnTo>
                    <a:pt x="2118372" y="120916"/>
                  </a:lnTo>
                  <a:lnTo>
                    <a:pt x="2238603" y="120916"/>
                  </a:lnTo>
                  <a:lnTo>
                    <a:pt x="2238603" y="105879"/>
                  </a:lnTo>
                  <a:close/>
                </a:path>
                <a:path w="2239009" h="423544">
                  <a:moveTo>
                    <a:pt x="2238603" y="10160"/>
                  </a:moveTo>
                  <a:lnTo>
                    <a:pt x="2118372" y="10160"/>
                  </a:lnTo>
                  <a:lnTo>
                    <a:pt x="2118372" y="25158"/>
                  </a:lnTo>
                  <a:lnTo>
                    <a:pt x="2238603" y="25158"/>
                  </a:lnTo>
                  <a:lnTo>
                    <a:pt x="2238603" y="10160"/>
                  </a:lnTo>
                  <a:close/>
                </a:path>
              </a:pathLst>
            </a:custGeom>
            <a:solidFill>
              <a:srgbClr val="FFFFFF"/>
            </a:solidFill>
          </p:spPr>
          <p:txBody>
            <a:bodyPr wrap="square" lIns="0" tIns="0" rIns="0" bIns="0" rtlCol="0"/>
            <a:lstStyle/>
            <a:p>
              <a:endParaRPr/>
            </a:p>
          </p:txBody>
        </p:sp>
      </p:grpSp>
      <p:sp>
        <p:nvSpPr>
          <p:cNvPr id="86" name="bg object 81">
            <a:extLst>
              <a:ext uri="{FF2B5EF4-FFF2-40B4-BE49-F238E27FC236}">
                <a16:creationId xmlns:a16="http://schemas.microsoft.com/office/drawing/2014/main" id="{F19FEC06-3CF2-4703-998C-397433B65F56}"/>
              </a:ext>
            </a:extLst>
          </p:cNvPr>
          <p:cNvSpPr/>
          <p:nvPr/>
        </p:nvSpPr>
        <p:spPr>
          <a:xfrm>
            <a:off x="636269" y="635889"/>
            <a:ext cx="0" cy="888365"/>
          </a:xfrm>
          <a:custGeom>
            <a:avLst/>
            <a:gdLst/>
            <a:ahLst/>
            <a:cxnLst/>
            <a:rect l="l" t="t" r="r" b="b"/>
            <a:pathLst>
              <a:path h="888365">
                <a:moveTo>
                  <a:pt x="0" y="0"/>
                </a:moveTo>
                <a:lnTo>
                  <a:pt x="0" y="888314"/>
                </a:lnTo>
              </a:path>
            </a:pathLst>
          </a:custGeom>
          <a:ln w="104711">
            <a:solidFill>
              <a:srgbClr val="C1272C"/>
            </a:solidFill>
          </a:ln>
        </p:spPr>
        <p:txBody>
          <a:bodyPr wrap="square" lIns="0" tIns="0" rIns="0" bIns="0" rtlCol="0"/>
          <a:lstStyle/>
          <a:p>
            <a:endParaRPr dirty="0"/>
          </a:p>
        </p:txBody>
      </p:sp>
      <p:sp>
        <p:nvSpPr>
          <p:cNvPr id="81" name="Espaço Reservado para Texto 2">
            <a:extLst>
              <a:ext uri="{FF2B5EF4-FFF2-40B4-BE49-F238E27FC236}">
                <a16:creationId xmlns:a16="http://schemas.microsoft.com/office/drawing/2014/main" id="{920889CF-4DAE-44D9-90B6-9FE5A0C6BBC8}"/>
              </a:ext>
            </a:extLst>
          </p:cNvPr>
          <p:cNvSpPr>
            <a:spLocks noGrp="1"/>
          </p:cNvSpPr>
          <p:nvPr>
            <p:ph type="body" sz="quarter" idx="10"/>
          </p:nvPr>
        </p:nvSpPr>
        <p:spPr>
          <a:xfrm>
            <a:off x="833520" y="1838890"/>
            <a:ext cx="10647658" cy="4287588"/>
          </a:xfrm>
          <a:prstGeom prst="rect">
            <a:avLst/>
          </a:prstGeom>
        </p:spPr>
        <p:txBody>
          <a:bodyPr/>
          <a:lstStyle>
            <a:lvl1pPr>
              <a:lnSpc>
                <a:spcPct val="150000"/>
              </a:lnSpc>
              <a:defRPr sz="2000">
                <a:latin typeface="Times New Roman" panose="02020603050405020304" pitchFamily="18" charset="0"/>
                <a:cs typeface="Times New Roman" panose="02020603050405020304" pitchFamily="18" charset="0"/>
              </a:defRPr>
            </a:lvl1pPr>
            <a:lvl2pPr>
              <a:lnSpc>
                <a:spcPct val="150000"/>
              </a:lnSpc>
              <a:defRPr>
                <a:latin typeface="Times New Roman" panose="02020603050405020304" pitchFamily="18" charset="0"/>
                <a:cs typeface="Times New Roman" panose="02020603050405020304" pitchFamily="18" charset="0"/>
              </a:defRPr>
            </a:lvl2pPr>
            <a:lvl3pPr>
              <a:lnSpc>
                <a:spcPct val="150000"/>
              </a:lnSpc>
              <a:defRPr sz="1600">
                <a:latin typeface="Times New Roman" panose="02020603050405020304" pitchFamily="18" charset="0"/>
                <a:cs typeface="Times New Roman" panose="02020603050405020304" pitchFamily="18" charset="0"/>
              </a:defRPr>
            </a:lvl3pPr>
            <a:lvl4pPr>
              <a:lnSpc>
                <a:spcPct val="150000"/>
              </a:lnSpc>
              <a:defRPr sz="1400">
                <a:latin typeface="Times New Roman" panose="02020603050405020304" pitchFamily="18" charset="0"/>
                <a:cs typeface="Times New Roman" panose="02020603050405020304" pitchFamily="18" charset="0"/>
              </a:defRPr>
            </a:lvl4pPr>
            <a:lvl5pPr>
              <a:lnSpc>
                <a:spcPct val="150000"/>
              </a:lnSpc>
              <a:defRPr sz="14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83" name="Holder 2">
            <a:extLst>
              <a:ext uri="{FF2B5EF4-FFF2-40B4-BE49-F238E27FC236}">
                <a16:creationId xmlns:a16="http://schemas.microsoft.com/office/drawing/2014/main" id="{371F8182-BEF0-41D1-9462-6CD58AA3331E}"/>
              </a:ext>
            </a:extLst>
          </p:cNvPr>
          <p:cNvSpPr>
            <a:spLocks noGrp="1"/>
          </p:cNvSpPr>
          <p:nvPr>
            <p:ph type="title"/>
          </p:nvPr>
        </p:nvSpPr>
        <p:spPr>
          <a:xfrm>
            <a:off x="833520" y="855812"/>
            <a:ext cx="8360355" cy="448519"/>
          </a:xfrm>
          <a:prstGeom prst="rect">
            <a:avLst/>
          </a:prstGeom>
        </p:spPr>
        <p:txBody>
          <a:bodyPr lIns="0" tIns="0" rIns="0" bIns="0"/>
          <a:lstStyle>
            <a:lvl1pPr algn="just">
              <a:defRPr sz="2600" b="0" i="0">
                <a:solidFill>
                  <a:srgbClr val="1A1A1A"/>
                </a:solidFill>
                <a:latin typeface="Times New Roman" panose="02020603050405020304" pitchFamily="18" charset="0"/>
                <a:cs typeface="Times New Roman" panose="02020603050405020304" pitchFamily="18" charset="0"/>
              </a:defRPr>
            </a:lvl1pPr>
          </a:lstStyle>
          <a:p>
            <a:r>
              <a:rPr lang="pt-BR" dirty="0"/>
              <a:t>Clique para editar o título Mestre</a:t>
            </a:r>
            <a:endParaRPr dirty="0"/>
          </a:p>
        </p:txBody>
      </p:sp>
    </p:spTree>
    <p:extLst>
      <p:ext uri="{BB962C8B-B14F-4D97-AF65-F5344CB8AC3E}">
        <p14:creationId xmlns:p14="http://schemas.microsoft.com/office/powerpoint/2010/main" val="15019557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ítulo e Conteúd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761988"/>
            <a:ext cx="12192000" cy="95885"/>
          </a:xfrm>
          <a:custGeom>
            <a:avLst/>
            <a:gdLst/>
            <a:ahLst/>
            <a:cxnLst/>
            <a:rect l="l" t="t" r="r" b="b"/>
            <a:pathLst>
              <a:path w="12192000" h="95884">
                <a:moveTo>
                  <a:pt x="12192000" y="0"/>
                </a:moveTo>
                <a:lnTo>
                  <a:pt x="0" y="0"/>
                </a:lnTo>
                <a:lnTo>
                  <a:pt x="0" y="95757"/>
                </a:lnTo>
                <a:lnTo>
                  <a:pt x="12192000" y="95757"/>
                </a:lnTo>
                <a:lnTo>
                  <a:pt x="12192000" y="0"/>
                </a:lnTo>
                <a:close/>
              </a:path>
            </a:pathLst>
          </a:custGeom>
          <a:solidFill>
            <a:srgbClr val="C1272C"/>
          </a:solidFill>
        </p:spPr>
        <p:txBody>
          <a:bodyPr wrap="square" lIns="0" tIns="0" rIns="0" bIns="0" rtlCol="0"/>
          <a:lstStyle/>
          <a:p>
            <a:endParaRPr/>
          </a:p>
        </p:txBody>
      </p:sp>
      <p:grpSp>
        <p:nvGrpSpPr>
          <p:cNvPr id="2" name="Agrupar 1">
            <a:extLst>
              <a:ext uri="{FF2B5EF4-FFF2-40B4-BE49-F238E27FC236}">
                <a16:creationId xmlns:a16="http://schemas.microsoft.com/office/drawing/2014/main" id="{09E7F050-AEA0-49AF-A6EA-BCBA0EB24374}"/>
              </a:ext>
            </a:extLst>
          </p:cNvPr>
          <p:cNvGrpSpPr/>
          <p:nvPr/>
        </p:nvGrpSpPr>
        <p:grpSpPr>
          <a:xfrm>
            <a:off x="9317735" y="794321"/>
            <a:ext cx="2239011" cy="571500"/>
            <a:chOff x="9317735" y="635508"/>
            <a:chExt cx="2239011" cy="571500"/>
          </a:xfrm>
        </p:grpSpPr>
        <p:sp>
          <p:nvSpPr>
            <p:cNvPr id="84" name="bg object 82">
              <a:extLst>
                <a:ext uri="{FF2B5EF4-FFF2-40B4-BE49-F238E27FC236}">
                  <a16:creationId xmlns:a16="http://schemas.microsoft.com/office/drawing/2014/main" id="{06CCFD8B-18B2-4059-BCE0-A6B11B98CA26}"/>
                </a:ext>
              </a:extLst>
            </p:cNvPr>
            <p:cNvSpPr/>
            <p:nvPr/>
          </p:nvSpPr>
          <p:spPr>
            <a:xfrm>
              <a:off x="9317735" y="635508"/>
              <a:ext cx="2239010" cy="571500"/>
            </a:xfrm>
            <a:custGeom>
              <a:avLst/>
              <a:gdLst/>
              <a:ahLst/>
              <a:cxnLst/>
              <a:rect l="l" t="t" r="r" b="b"/>
              <a:pathLst>
                <a:path w="2239009" h="571500">
                  <a:moveTo>
                    <a:pt x="2238629" y="0"/>
                  </a:moveTo>
                  <a:lnTo>
                    <a:pt x="0" y="0"/>
                  </a:lnTo>
                  <a:lnTo>
                    <a:pt x="0" y="571144"/>
                  </a:lnTo>
                  <a:lnTo>
                    <a:pt x="2238629" y="571144"/>
                  </a:lnTo>
                  <a:lnTo>
                    <a:pt x="2238629" y="0"/>
                  </a:lnTo>
                  <a:close/>
                </a:path>
              </a:pathLst>
            </a:custGeom>
            <a:solidFill>
              <a:srgbClr val="E11013"/>
            </a:solidFill>
          </p:spPr>
          <p:txBody>
            <a:bodyPr wrap="square" lIns="0" tIns="0" rIns="0" bIns="0" rtlCol="0"/>
            <a:lstStyle/>
            <a:p>
              <a:endParaRPr/>
            </a:p>
          </p:txBody>
        </p:sp>
        <p:sp>
          <p:nvSpPr>
            <p:cNvPr id="85" name="bg object 83">
              <a:extLst>
                <a:ext uri="{FF2B5EF4-FFF2-40B4-BE49-F238E27FC236}">
                  <a16:creationId xmlns:a16="http://schemas.microsoft.com/office/drawing/2014/main" id="{8F5DB6DA-2D93-4CF6-A714-50531DB4CB9D}"/>
                </a:ext>
              </a:extLst>
            </p:cNvPr>
            <p:cNvSpPr/>
            <p:nvPr/>
          </p:nvSpPr>
          <p:spPr>
            <a:xfrm>
              <a:off x="9317736" y="708659"/>
              <a:ext cx="2239010" cy="423545"/>
            </a:xfrm>
            <a:custGeom>
              <a:avLst/>
              <a:gdLst/>
              <a:ahLst/>
              <a:cxnLst/>
              <a:rect l="l" t="t" r="r" b="b"/>
              <a:pathLst>
                <a:path w="2239009" h="423544">
                  <a:moveTo>
                    <a:pt x="120230" y="399821"/>
                  </a:moveTo>
                  <a:lnTo>
                    <a:pt x="0" y="399821"/>
                  </a:lnTo>
                  <a:lnTo>
                    <a:pt x="0" y="414845"/>
                  </a:lnTo>
                  <a:lnTo>
                    <a:pt x="120230" y="414845"/>
                  </a:lnTo>
                  <a:lnTo>
                    <a:pt x="120230" y="399821"/>
                  </a:lnTo>
                  <a:close/>
                </a:path>
                <a:path w="2239009" h="423544">
                  <a:moveTo>
                    <a:pt x="120230" y="303809"/>
                  </a:moveTo>
                  <a:lnTo>
                    <a:pt x="0" y="303809"/>
                  </a:lnTo>
                  <a:lnTo>
                    <a:pt x="0" y="318808"/>
                  </a:lnTo>
                  <a:lnTo>
                    <a:pt x="120230" y="318808"/>
                  </a:lnTo>
                  <a:lnTo>
                    <a:pt x="120230" y="303809"/>
                  </a:lnTo>
                  <a:close/>
                </a:path>
                <a:path w="2239009" h="423544">
                  <a:moveTo>
                    <a:pt x="120230" y="204177"/>
                  </a:moveTo>
                  <a:lnTo>
                    <a:pt x="0" y="204177"/>
                  </a:lnTo>
                  <a:lnTo>
                    <a:pt x="0" y="219189"/>
                  </a:lnTo>
                  <a:lnTo>
                    <a:pt x="120230" y="219189"/>
                  </a:lnTo>
                  <a:lnTo>
                    <a:pt x="120230" y="204177"/>
                  </a:lnTo>
                  <a:close/>
                </a:path>
                <a:path w="2239009" h="423544">
                  <a:moveTo>
                    <a:pt x="120230" y="105879"/>
                  </a:moveTo>
                  <a:lnTo>
                    <a:pt x="0" y="105879"/>
                  </a:lnTo>
                  <a:lnTo>
                    <a:pt x="0" y="120916"/>
                  </a:lnTo>
                  <a:lnTo>
                    <a:pt x="120230" y="120916"/>
                  </a:lnTo>
                  <a:lnTo>
                    <a:pt x="120230" y="105879"/>
                  </a:lnTo>
                  <a:close/>
                </a:path>
                <a:path w="2239009" h="423544">
                  <a:moveTo>
                    <a:pt x="120230" y="10160"/>
                  </a:moveTo>
                  <a:lnTo>
                    <a:pt x="0" y="10160"/>
                  </a:lnTo>
                  <a:lnTo>
                    <a:pt x="0" y="25158"/>
                  </a:lnTo>
                  <a:lnTo>
                    <a:pt x="120230" y="25158"/>
                  </a:lnTo>
                  <a:lnTo>
                    <a:pt x="120230" y="10160"/>
                  </a:lnTo>
                  <a:close/>
                </a:path>
                <a:path w="2239009" h="423544">
                  <a:moveTo>
                    <a:pt x="550735" y="97612"/>
                  </a:moveTo>
                  <a:lnTo>
                    <a:pt x="540943" y="51117"/>
                  </a:lnTo>
                  <a:lnTo>
                    <a:pt x="509511" y="21043"/>
                  </a:lnTo>
                  <a:lnTo>
                    <a:pt x="463245" y="4838"/>
                  </a:lnTo>
                  <a:lnTo>
                    <a:pt x="408952" y="0"/>
                  </a:lnTo>
                  <a:lnTo>
                    <a:pt x="380466" y="1041"/>
                  </a:lnTo>
                  <a:lnTo>
                    <a:pt x="324675" y="10426"/>
                  </a:lnTo>
                  <a:lnTo>
                    <a:pt x="274320" y="31940"/>
                  </a:lnTo>
                  <a:lnTo>
                    <a:pt x="234048" y="68414"/>
                  </a:lnTo>
                  <a:lnTo>
                    <a:pt x="208483" y="122732"/>
                  </a:lnTo>
                  <a:lnTo>
                    <a:pt x="205600" y="154203"/>
                  </a:lnTo>
                  <a:lnTo>
                    <a:pt x="211162" y="181978"/>
                  </a:lnTo>
                  <a:lnTo>
                    <a:pt x="248818" y="221818"/>
                  </a:lnTo>
                  <a:lnTo>
                    <a:pt x="308508" y="243281"/>
                  </a:lnTo>
                  <a:lnTo>
                    <a:pt x="360629" y="256781"/>
                  </a:lnTo>
                  <a:lnTo>
                    <a:pt x="380822" y="263994"/>
                  </a:lnTo>
                  <a:lnTo>
                    <a:pt x="395503" y="273354"/>
                  </a:lnTo>
                  <a:lnTo>
                    <a:pt x="403428" y="286232"/>
                  </a:lnTo>
                  <a:lnTo>
                    <a:pt x="403402" y="304012"/>
                  </a:lnTo>
                  <a:lnTo>
                    <a:pt x="394042" y="321741"/>
                  </a:lnTo>
                  <a:lnTo>
                    <a:pt x="377088" y="334403"/>
                  </a:lnTo>
                  <a:lnTo>
                    <a:pt x="356311" y="341998"/>
                  </a:lnTo>
                  <a:lnTo>
                    <a:pt x="335521" y="344525"/>
                  </a:lnTo>
                  <a:lnTo>
                    <a:pt x="308470" y="340677"/>
                  </a:lnTo>
                  <a:lnTo>
                    <a:pt x="289204" y="329323"/>
                  </a:lnTo>
                  <a:lnTo>
                    <a:pt x="279184" y="310819"/>
                  </a:lnTo>
                  <a:lnTo>
                    <a:pt x="279857" y="285432"/>
                  </a:lnTo>
                  <a:lnTo>
                    <a:pt x="167017" y="285432"/>
                  </a:lnTo>
                  <a:lnTo>
                    <a:pt x="163322" y="319227"/>
                  </a:lnTo>
                  <a:lnTo>
                    <a:pt x="166306" y="347357"/>
                  </a:lnTo>
                  <a:lnTo>
                    <a:pt x="175310" y="370255"/>
                  </a:lnTo>
                  <a:lnTo>
                    <a:pt x="208648" y="402221"/>
                  </a:lnTo>
                  <a:lnTo>
                    <a:pt x="257911" y="418744"/>
                  </a:lnTo>
                  <a:lnTo>
                    <a:pt x="317665" y="423456"/>
                  </a:lnTo>
                  <a:lnTo>
                    <a:pt x="348932" y="421944"/>
                  </a:lnTo>
                  <a:lnTo>
                    <a:pt x="408813" y="409752"/>
                  </a:lnTo>
                  <a:lnTo>
                    <a:pt x="461098" y="385089"/>
                  </a:lnTo>
                  <a:lnTo>
                    <a:pt x="500913" y="347687"/>
                  </a:lnTo>
                  <a:lnTo>
                    <a:pt x="523379" y="297243"/>
                  </a:lnTo>
                  <a:lnTo>
                    <a:pt x="526884" y="264312"/>
                  </a:lnTo>
                  <a:lnTo>
                    <a:pt x="522681" y="238074"/>
                  </a:lnTo>
                  <a:lnTo>
                    <a:pt x="476567" y="190169"/>
                  </a:lnTo>
                  <a:lnTo>
                    <a:pt x="430606" y="174561"/>
                  </a:lnTo>
                  <a:lnTo>
                    <a:pt x="384314" y="163258"/>
                  </a:lnTo>
                  <a:lnTo>
                    <a:pt x="362788" y="156730"/>
                  </a:lnTo>
                  <a:lnTo>
                    <a:pt x="343408" y="147840"/>
                  </a:lnTo>
                  <a:lnTo>
                    <a:pt x="330492" y="134835"/>
                  </a:lnTo>
                  <a:lnTo>
                    <a:pt x="328371" y="115963"/>
                  </a:lnTo>
                  <a:lnTo>
                    <a:pt x="335356" y="101612"/>
                  </a:lnTo>
                  <a:lnTo>
                    <a:pt x="348475" y="89789"/>
                  </a:lnTo>
                  <a:lnTo>
                    <a:pt x="365633" y="81762"/>
                  </a:lnTo>
                  <a:lnTo>
                    <a:pt x="384784" y="78816"/>
                  </a:lnTo>
                  <a:lnTo>
                    <a:pt x="398157" y="79654"/>
                  </a:lnTo>
                  <a:lnTo>
                    <a:pt x="425488" y="91770"/>
                  </a:lnTo>
                  <a:lnTo>
                    <a:pt x="434263" y="116700"/>
                  </a:lnTo>
                  <a:lnTo>
                    <a:pt x="432562" y="127787"/>
                  </a:lnTo>
                  <a:lnTo>
                    <a:pt x="545388" y="127787"/>
                  </a:lnTo>
                  <a:lnTo>
                    <a:pt x="550735" y="97612"/>
                  </a:lnTo>
                  <a:close/>
                </a:path>
                <a:path w="2239009" h="423544">
                  <a:moveTo>
                    <a:pt x="958367" y="8445"/>
                  </a:moveTo>
                  <a:lnTo>
                    <a:pt x="648081" y="8445"/>
                  </a:lnTo>
                  <a:lnTo>
                    <a:pt x="561479" y="414921"/>
                  </a:lnTo>
                  <a:lnTo>
                    <a:pt x="871778" y="414921"/>
                  </a:lnTo>
                  <a:lnTo>
                    <a:pt x="888606" y="336092"/>
                  </a:lnTo>
                  <a:lnTo>
                    <a:pt x="691134" y="336092"/>
                  </a:lnTo>
                  <a:lnTo>
                    <a:pt x="709472" y="249961"/>
                  </a:lnTo>
                  <a:lnTo>
                    <a:pt x="891133" y="249961"/>
                  </a:lnTo>
                  <a:lnTo>
                    <a:pt x="907872" y="171170"/>
                  </a:lnTo>
                  <a:lnTo>
                    <a:pt x="726198" y="171170"/>
                  </a:lnTo>
                  <a:lnTo>
                    <a:pt x="744067" y="87261"/>
                  </a:lnTo>
                  <a:lnTo>
                    <a:pt x="941539" y="87261"/>
                  </a:lnTo>
                  <a:lnTo>
                    <a:pt x="958367" y="8445"/>
                  </a:lnTo>
                  <a:close/>
                </a:path>
                <a:path w="2239009" h="423544">
                  <a:moveTo>
                    <a:pt x="1419288" y="8445"/>
                  </a:moveTo>
                  <a:lnTo>
                    <a:pt x="1317739" y="8445"/>
                  </a:lnTo>
                  <a:lnTo>
                    <a:pt x="1253426" y="310184"/>
                  </a:lnTo>
                  <a:lnTo>
                    <a:pt x="1252105" y="311340"/>
                  </a:lnTo>
                  <a:lnTo>
                    <a:pt x="1180071" y="8445"/>
                  </a:lnTo>
                  <a:lnTo>
                    <a:pt x="1022108" y="8445"/>
                  </a:lnTo>
                  <a:lnTo>
                    <a:pt x="935507" y="414921"/>
                  </a:lnTo>
                  <a:lnTo>
                    <a:pt x="1037069" y="414921"/>
                  </a:lnTo>
                  <a:lnTo>
                    <a:pt x="1103363" y="103606"/>
                  </a:lnTo>
                  <a:lnTo>
                    <a:pt x="1104480" y="103606"/>
                  </a:lnTo>
                  <a:lnTo>
                    <a:pt x="1176413" y="414921"/>
                  </a:lnTo>
                  <a:lnTo>
                    <a:pt x="1332699" y="414921"/>
                  </a:lnTo>
                  <a:lnTo>
                    <a:pt x="1419288" y="8445"/>
                  </a:lnTo>
                  <a:close/>
                </a:path>
                <a:path w="2239009" h="423544">
                  <a:moveTo>
                    <a:pt x="1833689" y="414921"/>
                  </a:moveTo>
                  <a:lnTo>
                    <a:pt x="1819198" y="335534"/>
                  </a:lnTo>
                  <a:lnTo>
                    <a:pt x="1804809" y="256717"/>
                  </a:lnTo>
                  <a:lnTo>
                    <a:pt x="1759508" y="8445"/>
                  </a:lnTo>
                  <a:lnTo>
                    <a:pt x="1685124" y="8445"/>
                  </a:lnTo>
                  <a:lnTo>
                    <a:pt x="1685124" y="256717"/>
                  </a:lnTo>
                  <a:lnTo>
                    <a:pt x="1576235" y="256717"/>
                  </a:lnTo>
                  <a:lnTo>
                    <a:pt x="1667535" y="87807"/>
                  </a:lnTo>
                  <a:lnTo>
                    <a:pt x="1669224" y="87807"/>
                  </a:lnTo>
                  <a:lnTo>
                    <a:pt x="1685124" y="256717"/>
                  </a:lnTo>
                  <a:lnTo>
                    <a:pt x="1685124" y="8445"/>
                  </a:lnTo>
                  <a:lnTo>
                    <a:pt x="1621840" y="8445"/>
                  </a:lnTo>
                  <a:lnTo>
                    <a:pt x="1374432" y="414921"/>
                  </a:lnTo>
                  <a:lnTo>
                    <a:pt x="1487297" y="414921"/>
                  </a:lnTo>
                  <a:lnTo>
                    <a:pt x="1530718" y="335534"/>
                  </a:lnTo>
                  <a:lnTo>
                    <a:pt x="1696034" y="335534"/>
                  </a:lnTo>
                  <a:lnTo>
                    <a:pt x="1706181" y="414921"/>
                  </a:lnTo>
                  <a:lnTo>
                    <a:pt x="1833689" y="414921"/>
                  </a:lnTo>
                  <a:close/>
                </a:path>
                <a:path w="2239009" h="423544">
                  <a:moveTo>
                    <a:pt x="2075992" y="8445"/>
                  </a:moveTo>
                  <a:lnTo>
                    <a:pt x="1963166" y="8445"/>
                  </a:lnTo>
                  <a:lnTo>
                    <a:pt x="1876552" y="414921"/>
                  </a:lnTo>
                  <a:lnTo>
                    <a:pt x="1989404" y="414921"/>
                  </a:lnTo>
                  <a:lnTo>
                    <a:pt x="2075992" y="8445"/>
                  </a:lnTo>
                  <a:close/>
                </a:path>
                <a:path w="2239009" h="423544">
                  <a:moveTo>
                    <a:pt x="2238603" y="399821"/>
                  </a:moveTo>
                  <a:lnTo>
                    <a:pt x="2118372" y="399821"/>
                  </a:lnTo>
                  <a:lnTo>
                    <a:pt x="2118372" y="414845"/>
                  </a:lnTo>
                  <a:lnTo>
                    <a:pt x="2238603" y="414845"/>
                  </a:lnTo>
                  <a:lnTo>
                    <a:pt x="2238603" y="399821"/>
                  </a:lnTo>
                  <a:close/>
                </a:path>
                <a:path w="2239009" h="423544">
                  <a:moveTo>
                    <a:pt x="2238603" y="303809"/>
                  </a:moveTo>
                  <a:lnTo>
                    <a:pt x="2118372" y="303809"/>
                  </a:lnTo>
                  <a:lnTo>
                    <a:pt x="2118372" y="318808"/>
                  </a:lnTo>
                  <a:lnTo>
                    <a:pt x="2238603" y="318808"/>
                  </a:lnTo>
                  <a:lnTo>
                    <a:pt x="2238603" y="303809"/>
                  </a:lnTo>
                  <a:close/>
                </a:path>
                <a:path w="2239009" h="423544">
                  <a:moveTo>
                    <a:pt x="2238603" y="204177"/>
                  </a:moveTo>
                  <a:lnTo>
                    <a:pt x="2118372" y="204177"/>
                  </a:lnTo>
                  <a:lnTo>
                    <a:pt x="2118372" y="219189"/>
                  </a:lnTo>
                  <a:lnTo>
                    <a:pt x="2238603" y="219189"/>
                  </a:lnTo>
                  <a:lnTo>
                    <a:pt x="2238603" y="204177"/>
                  </a:lnTo>
                  <a:close/>
                </a:path>
                <a:path w="2239009" h="423544">
                  <a:moveTo>
                    <a:pt x="2238603" y="105879"/>
                  </a:moveTo>
                  <a:lnTo>
                    <a:pt x="2118372" y="105879"/>
                  </a:lnTo>
                  <a:lnTo>
                    <a:pt x="2118372" y="120916"/>
                  </a:lnTo>
                  <a:lnTo>
                    <a:pt x="2238603" y="120916"/>
                  </a:lnTo>
                  <a:lnTo>
                    <a:pt x="2238603" y="105879"/>
                  </a:lnTo>
                  <a:close/>
                </a:path>
                <a:path w="2239009" h="423544">
                  <a:moveTo>
                    <a:pt x="2238603" y="10160"/>
                  </a:moveTo>
                  <a:lnTo>
                    <a:pt x="2118372" y="10160"/>
                  </a:lnTo>
                  <a:lnTo>
                    <a:pt x="2118372" y="25158"/>
                  </a:lnTo>
                  <a:lnTo>
                    <a:pt x="2238603" y="25158"/>
                  </a:lnTo>
                  <a:lnTo>
                    <a:pt x="2238603" y="10160"/>
                  </a:lnTo>
                  <a:close/>
                </a:path>
              </a:pathLst>
            </a:custGeom>
            <a:solidFill>
              <a:srgbClr val="FFFFFF"/>
            </a:solidFill>
          </p:spPr>
          <p:txBody>
            <a:bodyPr wrap="square" lIns="0" tIns="0" rIns="0" bIns="0" rtlCol="0"/>
            <a:lstStyle/>
            <a:p>
              <a:endParaRPr/>
            </a:p>
          </p:txBody>
        </p:sp>
      </p:grpSp>
      <p:sp>
        <p:nvSpPr>
          <p:cNvPr id="86" name="bg object 81">
            <a:extLst>
              <a:ext uri="{FF2B5EF4-FFF2-40B4-BE49-F238E27FC236}">
                <a16:creationId xmlns:a16="http://schemas.microsoft.com/office/drawing/2014/main" id="{F19FEC06-3CF2-4703-998C-397433B65F56}"/>
              </a:ext>
            </a:extLst>
          </p:cNvPr>
          <p:cNvSpPr/>
          <p:nvPr/>
        </p:nvSpPr>
        <p:spPr>
          <a:xfrm>
            <a:off x="636269" y="635889"/>
            <a:ext cx="0" cy="888365"/>
          </a:xfrm>
          <a:custGeom>
            <a:avLst/>
            <a:gdLst/>
            <a:ahLst/>
            <a:cxnLst/>
            <a:rect l="l" t="t" r="r" b="b"/>
            <a:pathLst>
              <a:path h="888365">
                <a:moveTo>
                  <a:pt x="0" y="0"/>
                </a:moveTo>
                <a:lnTo>
                  <a:pt x="0" y="888314"/>
                </a:lnTo>
              </a:path>
            </a:pathLst>
          </a:custGeom>
          <a:ln w="104711">
            <a:solidFill>
              <a:srgbClr val="C1272C"/>
            </a:solidFill>
          </a:ln>
        </p:spPr>
        <p:txBody>
          <a:bodyPr wrap="square" lIns="0" tIns="0" rIns="0" bIns="0" rtlCol="0"/>
          <a:lstStyle/>
          <a:p>
            <a:endParaRPr dirty="0"/>
          </a:p>
        </p:txBody>
      </p:sp>
      <p:sp>
        <p:nvSpPr>
          <p:cNvPr id="87" name="Holder 2">
            <a:extLst>
              <a:ext uri="{FF2B5EF4-FFF2-40B4-BE49-F238E27FC236}">
                <a16:creationId xmlns:a16="http://schemas.microsoft.com/office/drawing/2014/main" id="{D32691D8-FF6C-4BAC-9CAE-D488D85755C8}"/>
              </a:ext>
            </a:extLst>
          </p:cNvPr>
          <p:cNvSpPr>
            <a:spLocks noGrp="1"/>
          </p:cNvSpPr>
          <p:nvPr>
            <p:ph type="title"/>
          </p:nvPr>
        </p:nvSpPr>
        <p:spPr>
          <a:xfrm>
            <a:off x="833520" y="855812"/>
            <a:ext cx="8360355" cy="448519"/>
          </a:xfrm>
          <a:prstGeom prst="rect">
            <a:avLst/>
          </a:prstGeom>
        </p:spPr>
        <p:txBody>
          <a:bodyPr lIns="0" tIns="0" rIns="0" bIns="0"/>
          <a:lstStyle>
            <a:lvl1pPr algn="just">
              <a:defRPr sz="2600" b="0" i="0">
                <a:solidFill>
                  <a:srgbClr val="1A1A1A"/>
                </a:solidFill>
                <a:latin typeface="Times New Roman" panose="02020603050405020304" pitchFamily="18" charset="0"/>
                <a:cs typeface="Times New Roman" panose="02020603050405020304" pitchFamily="18" charset="0"/>
              </a:defRPr>
            </a:lvl1pPr>
          </a:lstStyle>
          <a:p>
            <a:r>
              <a:rPr lang="pt-BR" dirty="0"/>
              <a:t>Clique para editar o título Mestre</a:t>
            </a:r>
            <a:endParaRPr dirty="0"/>
          </a:p>
        </p:txBody>
      </p:sp>
      <p:sp>
        <p:nvSpPr>
          <p:cNvPr id="81" name="Espaço Reservado para Texto 2">
            <a:extLst>
              <a:ext uri="{FF2B5EF4-FFF2-40B4-BE49-F238E27FC236}">
                <a16:creationId xmlns:a16="http://schemas.microsoft.com/office/drawing/2014/main" id="{920889CF-4DAE-44D9-90B6-9FE5A0C6BBC8}"/>
              </a:ext>
            </a:extLst>
          </p:cNvPr>
          <p:cNvSpPr>
            <a:spLocks noGrp="1"/>
          </p:cNvSpPr>
          <p:nvPr>
            <p:ph type="body" sz="quarter" idx="10"/>
          </p:nvPr>
        </p:nvSpPr>
        <p:spPr>
          <a:xfrm>
            <a:off x="833520" y="1838890"/>
            <a:ext cx="10647658" cy="4287588"/>
          </a:xfrm>
          <a:prstGeom prst="rect">
            <a:avLst/>
          </a:prstGeom>
        </p:spPr>
        <p:txBody>
          <a:bodyPr/>
          <a:lstStyle>
            <a:lvl1pPr>
              <a:lnSpc>
                <a:spcPct val="150000"/>
              </a:lnSpc>
              <a:defRPr sz="2000">
                <a:latin typeface="Times New Roman" panose="02020603050405020304" pitchFamily="18" charset="0"/>
                <a:cs typeface="Times New Roman" panose="02020603050405020304" pitchFamily="18" charset="0"/>
              </a:defRPr>
            </a:lvl1pPr>
            <a:lvl2pPr>
              <a:lnSpc>
                <a:spcPct val="150000"/>
              </a:lnSpc>
              <a:defRPr>
                <a:latin typeface="Times New Roman" panose="02020603050405020304" pitchFamily="18" charset="0"/>
                <a:cs typeface="Times New Roman" panose="02020603050405020304" pitchFamily="18" charset="0"/>
              </a:defRPr>
            </a:lvl2pPr>
            <a:lvl3pPr>
              <a:lnSpc>
                <a:spcPct val="150000"/>
              </a:lnSpc>
              <a:defRPr sz="1600">
                <a:latin typeface="Times New Roman" panose="02020603050405020304" pitchFamily="18" charset="0"/>
                <a:cs typeface="Times New Roman" panose="02020603050405020304" pitchFamily="18" charset="0"/>
              </a:defRPr>
            </a:lvl3pPr>
            <a:lvl4pPr>
              <a:lnSpc>
                <a:spcPct val="150000"/>
              </a:lnSpc>
              <a:defRPr sz="1400">
                <a:latin typeface="Times New Roman" panose="02020603050405020304" pitchFamily="18" charset="0"/>
                <a:cs typeface="Times New Roman" panose="02020603050405020304" pitchFamily="18" charset="0"/>
              </a:defRPr>
            </a:lvl4pPr>
            <a:lvl5pPr>
              <a:lnSpc>
                <a:spcPct val="150000"/>
              </a:lnSpc>
              <a:defRPr sz="14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Tree>
    <p:extLst>
      <p:ext uri="{BB962C8B-B14F-4D97-AF65-F5344CB8AC3E}">
        <p14:creationId xmlns:p14="http://schemas.microsoft.com/office/powerpoint/2010/main" val="23948705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omente Títul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761988"/>
            <a:ext cx="12192000" cy="95885"/>
          </a:xfrm>
          <a:custGeom>
            <a:avLst/>
            <a:gdLst/>
            <a:ahLst/>
            <a:cxnLst/>
            <a:rect l="l" t="t" r="r" b="b"/>
            <a:pathLst>
              <a:path w="12192000" h="95884">
                <a:moveTo>
                  <a:pt x="12192000" y="0"/>
                </a:moveTo>
                <a:lnTo>
                  <a:pt x="0" y="0"/>
                </a:lnTo>
                <a:lnTo>
                  <a:pt x="0" y="95757"/>
                </a:lnTo>
                <a:lnTo>
                  <a:pt x="12192000" y="95757"/>
                </a:lnTo>
                <a:lnTo>
                  <a:pt x="12192000" y="0"/>
                </a:lnTo>
                <a:close/>
              </a:path>
            </a:pathLst>
          </a:custGeom>
          <a:solidFill>
            <a:srgbClr val="C1272C"/>
          </a:solidFill>
        </p:spPr>
        <p:txBody>
          <a:bodyPr wrap="square" lIns="0" tIns="0" rIns="0" bIns="0" rtlCol="0"/>
          <a:lstStyle/>
          <a:p>
            <a:endParaRPr/>
          </a:p>
        </p:txBody>
      </p:sp>
      <p:grpSp>
        <p:nvGrpSpPr>
          <p:cNvPr id="3" name="Agrupar 2">
            <a:extLst>
              <a:ext uri="{FF2B5EF4-FFF2-40B4-BE49-F238E27FC236}">
                <a16:creationId xmlns:a16="http://schemas.microsoft.com/office/drawing/2014/main" id="{DADC26BE-F380-469F-AFB8-8E098F36DABB}"/>
              </a:ext>
            </a:extLst>
          </p:cNvPr>
          <p:cNvGrpSpPr/>
          <p:nvPr/>
        </p:nvGrpSpPr>
        <p:grpSpPr>
          <a:xfrm>
            <a:off x="9787183" y="6131461"/>
            <a:ext cx="2239011" cy="571500"/>
            <a:chOff x="9317735" y="5650991"/>
            <a:chExt cx="2239011" cy="571500"/>
          </a:xfrm>
        </p:grpSpPr>
        <p:sp>
          <p:nvSpPr>
            <p:cNvPr id="17" name="bg object 17"/>
            <p:cNvSpPr/>
            <p:nvPr/>
          </p:nvSpPr>
          <p:spPr>
            <a:xfrm>
              <a:off x="9317735" y="5650991"/>
              <a:ext cx="2239010" cy="571500"/>
            </a:xfrm>
            <a:custGeom>
              <a:avLst/>
              <a:gdLst/>
              <a:ahLst/>
              <a:cxnLst/>
              <a:rect l="l" t="t" r="r" b="b"/>
              <a:pathLst>
                <a:path w="2239009" h="571500">
                  <a:moveTo>
                    <a:pt x="2238629" y="0"/>
                  </a:moveTo>
                  <a:lnTo>
                    <a:pt x="0" y="0"/>
                  </a:lnTo>
                  <a:lnTo>
                    <a:pt x="0" y="571144"/>
                  </a:lnTo>
                  <a:lnTo>
                    <a:pt x="2238629" y="571144"/>
                  </a:lnTo>
                  <a:lnTo>
                    <a:pt x="2238629" y="0"/>
                  </a:lnTo>
                  <a:close/>
                </a:path>
              </a:pathLst>
            </a:custGeom>
            <a:solidFill>
              <a:srgbClr val="E11013"/>
            </a:solidFill>
          </p:spPr>
          <p:txBody>
            <a:bodyPr wrap="square" lIns="0" tIns="0" rIns="0" bIns="0" rtlCol="0"/>
            <a:lstStyle/>
            <a:p>
              <a:endParaRPr/>
            </a:p>
          </p:txBody>
        </p:sp>
        <p:sp>
          <p:nvSpPr>
            <p:cNvPr id="18" name="bg object 18"/>
            <p:cNvSpPr/>
            <p:nvPr/>
          </p:nvSpPr>
          <p:spPr>
            <a:xfrm>
              <a:off x="9317736" y="5724156"/>
              <a:ext cx="2239010" cy="425450"/>
            </a:xfrm>
            <a:custGeom>
              <a:avLst/>
              <a:gdLst/>
              <a:ahLst/>
              <a:cxnLst/>
              <a:rect l="l" t="t" r="r" b="b"/>
              <a:pathLst>
                <a:path w="2239009" h="425450">
                  <a:moveTo>
                    <a:pt x="120230" y="401256"/>
                  </a:moveTo>
                  <a:lnTo>
                    <a:pt x="0" y="401256"/>
                  </a:lnTo>
                  <a:lnTo>
                    <a:pt x="0" y="416331"/>
                  </a:lnTo>
                  <a:lnTo>
                    <a:pt x="120230" y="416331"/>
                  </a:lnTo>
                  <a:lnTo>
                    <a:pt x="120230" y="401256"/>
                  </a:lnTo>
                  <a:close/>
                </a:path>
                <a:path w="2239009" h="425450">
                  <a:moveTo>
                    <a:pt x="120230" y="304888"/>
                  </a:moveTo>
                  <a:lnTo>
                    <a:pt x="0" y="304888"/>
                  </a:lnTo>
                  <a:lnTo>
                    <a:pt x="0" y="319951"/>
                  </a:lnTo>
                  <a:lnTo>
                    <a:pt x="120230" y="319951"/>
                  </a:lnTo>
                  <a:lnTo>
                    <a:pt x="120230" y="304888"/>
                  </a:lnTo>
                  <a:close/>
                </a:path>
                <a:path w="2239009" h="425450">
                  <a:moveTo>
                    <a:pt x="120230" y="204901"/>
                  </a:moveTo>
                  <a:lnTo>
                    <a:pt x="0" y="204901"/>
                  </a:lnTo>
                  <a:lnTo>
                    <a:pt x="0" y="219964"/>
                  </a:lnTo>
                  <a:lnTo>
                    <a:pt x="120230" y="219964"/>
                  </a:lnTo>
                  <a:lnTo>
                    <a:pt x="120230" y="204901"/>
                  </a:lnTo>
                  <a:close/>
                </a:path>
                <a:path w="2239009" h="425450">
                  <a:moveTo>
                    <a:pt x="120230" y="106260"/>
                  </a:moveTo>
                  <a:lnTo>
                    <a:pt x="0" y="106260"/>
                  </a:lnTo>
                  <a:lnTo>
                    <a:pt x="0" y="121335"/>
                  </a:lnTo>
                  <a:lnTo>
                    <a:pt x="120230" y="121335"/>
                  </a:lnTo>
                  <a:lnTo>
                    <a:pt x="120230" y="106260"/>
                  </a:lnTo>
                  <a:close/>
                </a:path>
                <a:path w="2239009" h="425450">
                  <a:moveTo>
                    <a:pt x="120230" y="10185"/>
                  </a:moveTo>
                  <a:lnTo>
                    <a:pt x="0" y="10185"/>
                  </a:lnTo>
                  <a:lnTo>
                    <a:pt x="0" y="25234"/>
                  </a:lnTo>
                  <a:lnTo>
                    <a:pt x="120230" y="25234"/>
                  </a:lnTo>
                  <a:lnTo>
                    <a:pt x="120230" y="10185"/>
                  </a:lnTo>
                  <a:close/>
                </a:path>
                <a:path w="2239009" h="425450">
                  <a:moveTo>
                    <a:pt x="550735" y="97955"/>
                  </a:moveTo>
                  <a:lnTo>
                    <a:pt x="540943" y="51308"/>
                  </a:lnTo>
                  <a:lnTo>
                    <a:pt x="509511" y="21107"/>
                  </a:lnTo>
                  <a:lnTo>
                    <a:pt x="463245" y="4851"/>
                  </a:lnTo>
                  <a:lnTo>
                    <a:pt x="408952" y="0"/>
                  </a:lnTo>
                  <a:lnTo>
                    <a:pt x="380466" y="1028"/>
                  </a:lnTo>
                  <a:lnTo>
                    <a:pt x="324675" y="10452"/>
                  </a:lnTo>
                  <a:lnTo>
                    <a:pt x="274320" y="32042"/>
                  </a:lnTo>
                  <a:lnTo>
                    <a:pt x="234048" y="68656"/>
                  </a:lnTo>
                  <a:lnTo>
                    <a:pt x="208483" y="123164"/>
                  </a:lnTo>
                  <a:lnTo>
                    <a:pt x="205600" y="154749"/>
                  </a:lnTo>
                  <a:lnTo>
                    <a:pt x="211162" y="182626"/>
                  </a:lnTo>
                  <a:lnTo>
                    <a:pt x="248818" y="222618"/>
                  </a:lnTo>
                  <a:lnTo>
                    <a:pt x="308508" y="244157"/>
                  </a:lnTo>
                  <a:lnTo>
                    <a:pt x="360629" y="257708"/>
                  </a:lnTo>
                  <a:lnTo>
                    <a:pt x="380822" y="264947"/>
                  </a:lnTo>
                  <a:lnTo>
                    <a:pt x="395503" y="274332"/>
                  </a:lnTo>
                  <a:lnTo>
                    <a:pt x="403428" y="287248"/>
                  </a:lnTo>
                  <a:lnTo>
                    <a:pt x="403402" y="305092"/>
                  </a:lnTo>
                  <a:lnTo>
                    <a:pt x="394042" y="322897"/>
                  </a:lnTo>
                  <a:lnTo>
                    <a:pt x="377088" y="335597"/>
                  </a:lnTo>
                  <a:lnTo>
                    <a:pt x="356311" y="343230"/>
                  </a:lnTo>
                  <a:lnTo>
                    <a:pt x="335521" y="345757"/>
                  </a:lnTo>
                  <a:lnTo>
                    <a:pt x="308470" y="341896"/>
                  </a:lnTo>
                  <a:lnTo>
                    <a:pt x="289204" y="330517"/>
                  </a:lnTo>
                  <a:lnTo>
                    <a:pt x="279184" y="311924"/>
                  </a:lnTo>
                  <a:lnTo>
                    <a:pt x="279857" y="286448"/>
                  </a:lnTo>
                  <a:lnTo>
                    <a:pt x="167017" y="286448"/>
                  </a:lnTo>
                  <a:lnTo>
                    <a:pt x="163322" y="320370"/>
                  </a:lnTo>
                  <a:lnTo>
                    <a:pt x="166306" y="348589"/>
                  </a:lnTo>
                  <a:lnTo>
                    <a:pt x="175310" y="371589"/>
                  </a:lnTo>
                  <a:lnTo>
                    <a:pt x="208648" y="403669"/>
                  </a:lnTo>
                  <a:lnTo>
                    <a:pt x="257911" y="420255"/>
                  </a:lnTo>
                  <a:lnTo>
                    <a:pt x="317665" y="424980"/>
                  </a:lnTo>
                  <a:lnTo>
                    <a:pt x="348932" y="423456"/>
                  </a:lnTo>
                  <a:lnTo>
                    <a:pt x="408813" y="411226"/>
                  </a:lnTo>
                  <a:lnTo>
                    <a:pt x="461098" y="386473"/>
                  </a:lnTo>
                  <a:lnTo>
                    <a:pt x="500913" y="348932"/>
                  </a:lnTo>
                  <a:lnTo>
                    <a:pt x="523379" y="298323"/>
                  </a:lnTo>
                  <a:lnTo>
                    <a:pt x="526884" y="265264"/>
                  </a:lnTo>
                  <a:lnTo>
                    <a:pt x="522681" y="238925"/>
                  </a:lnTo>
                  <a:lnTo>
                    <a:pt x="476567" y="190855"/>
                  </a:lnTo>
                  <a:lnTo>
                    <a:pt x="430606" y="175171"/>
                  </a:lnTo>
                  <a:lnTo>
                    <a:pt x="384314" y="163830"/>
                  </a:lnTo>
                  <a:lnTo>
                    <a:pt x="362788" y="157302"/>
                  </a:lnTo>
                  <a:lnTo>
                    <a:pt x="343408" y="148374"/>
                  </a:lnTo>
                  <a:lnTo>
                    <a:pt x="330492" y="135318"/>
                  </a:lnTo>
                  <a:lnTo>
                    <a:pt x="328371" y="116382"/>
                  </a:lnTo>
                  <a:lnTo>
                    <a:pt x="335356" y="101968"/>
                  </a:lnTo>
                  <a:lnTo>
                    <a:pt x="348475" y="90106"/>
                  </a:lnTo>
                  <a:lnTo>
                    <a:pt x="365633" y="82054"/>
                  </a:lnTo>
                  <a:lnTo>
                    <a:pt x="384784" y="79095"/>
                  </a:lnTo>
                  <a:lnTo>
                    <a:pt x="398157" y="79933"/>
                  </a:lnTo>
                  <a:lnTo>
                    <a:pt x="425488" y="92100"/>
                  </a:lnTo>
                  <a:lnTo>
                    <a:pt x="434263" y="117119"/>
                  </a:lnTo>
                  <a:lnTo>
                    <a:pt x="432562" y="128244"/>
                  </a:lnTo>
                  <a:lnTo>
                    <a:pt x="545388" y="128244"/>
                  </a:lnTo>
                  <a:lnTo>
                    <a:pt x="550735" y="97955"/>
                  </a:lnTo>
                  <a:close/>
                </a:path>
                <a:path w="2239009" h="425450">
                  <a:moveTo>
                    <a:pt x="958367" y="8458"/>
                  </a:moveTo>
                  <a:lnTo>
                    <a:pt x="648081" y="8458"/>
                  </a:lnTo>
                  <a:lnTo>
                    <a:pt x="561479" y="416407"/>
                  </a:lnTo>
                  <a:lnTo>
                    <a:pt x="871778" y="416407"/>
                  </a:lnTo>
                  <a:lnTo>
                    <a:pt x="888606" y="337286"/>
                  </a:lnTo>
                  <a:lnTo>
                    <a:pt x="691134" y="337286"/>
                  </a:lnTo>
                  <a:lnTo>
                    <a:pt x="709472" y="250837"/>
                  </a:lnTo>
                  <a:lnTo>
                    <a:pt x="891133" y="250837"/>
                  </a:lnTo>
                  <a:lnTo>
                    <a:pt x="907872" y="171780"/>
                  </a:lnTo>
                  <a:lnTo>
                    <a:pt x="726198" y="171780"/>
                  </a:lnTo>
                  <a:lnTo>
                    <a:pt x="744067" y="87566"/>
                  </a:lnTo>
                  <a:lnTo>
                    <a:pt x="941539" y="87566"/>
                  </a:lnTo>
                  <a:lnTo>
                    <a:pt x="958367" y="8458"/>
                  </a:lnTo>
                  <a:close/>
                </a:path>
                <a:path w="2239009" h="425450">
                  <a:moveTo>
                    <a:pt x="1419288" y="8458"/>
                  </a:moveTo>
                  <a:lnTo>
                    <a:pt x="1317739" y="8458"/>
                  </a:lnTo>
                  <a:lnTo>
                    <a:pt x="1253426" y="311289"/>
                  </a:lnTo>
                  <a:lnTo>
                    <a:pt x="1252105" y="312445"/>
                  </a:lnTo>
                  <a:lnTo>
                    <a:pt x="1180071" y="8458"/>
                  </a:lnTo>
                  <a:lnTo>
                    <a:pt x="1022108" y="8458"/>
                  </a:lnTo>
                  <a:lnTo>
                    <a:pt x="935507" y="416407"/>
                  </a:lnTo>
                  <a:lnTo>
                    <a:pt x="1037069" y="416407"/>
                  </a:lnTo>
                  <a:lnTo>
                    <a:pt x="1103363" y="103974"/>
                  </a:lnTo>
                  <a:lnTo>
                    <a:pt x="1104480" y="103974"/>
                  </a:lnTo>
                  <a:lnTo>
                    <a:pt x="1176413" y="416407"/>
                  </a:lnTo>
                  <a:lnTo>
                    <a:pt x="1332699" y="416407"/>
                  </a:lnTo>
                  <a:lnTo>
                    <a:pt x="1419288" y="8458"/>
                  </a:lnTo>
                  <a:close/>
                </a:path>
                <a:path w="2239009" h="425450">
                  <a:moveTo>
                    <a:pt x="1833689" y="416407"/>
                  </a:moveTo>
                  <a:lnTo>
                    <a:pt x="1819198" y="336740"/>
                  </a:lnTo>
                  <a:lnTo>
                    <a:pt x="1804822" y="257644"/>
                  </a:lnTo>
                  <a:lnTo>
                    <a:pt x="1759508" y="8458"/>
                  </a:lnTo>
                  <a:lnTo>
                    <a:pt x="1685124" y="8458"/>
                  </a:lnTo>
                  <a:lnTo>
                    <a:pt x="1685124" y="257644"/>
                  </a:lnTo>
                  <a:lnTo>
                    <a:pt x="1576235" y="257644"/>
                  </a:lnTo>
                  <a:lnTo>
                    <a:pt x="1667535" y="88112"/>
                  </a:lnTo>
                  <a:lnTo>
                    <a:pt x="1669224" y="88112"/>
                  </a:lnTo>
                  <a:lnTo>
                    <a:pt x="1685124" y="257644"/>
                  </a:lnTo>
                  <a:lnTo>
                    <a:pt x="1685124" y="8458"/>
                  </a:lnTo>
                  <a:lnTo>
                    <a:pt x="1621840" y="8458"/>
                  </a:lnTo>
                  <a:lnTo>
                    <a:pt x="1374432" y="416407"/>
                  </a:lnTo>
                  <a:lnTo>
                    <a:pt x="1487297" y="416407"/>
                  </a:lnTo>
                  <a:lnTo>
                    <a:pt x="1530718" y="336740"/>
                  </a:lnTo>
                  <a:lnTo>
                    <a:pt x="1696034" y="336740"/>
                  </a:lnTo>
                  <a:lnTo>
                    <a:pt x="1706181" y="416407"/>
                  </a:lnTo>
                  <a:lnTo>
                    <a:pt x="1833689" y="416407"/>
                  </a:lnTo>
                  <a:close/>
                </a:path>
                <a:path w="2239009" h="425450">
                  <a:moveTo>
                    <a:pt x="2075992" y="8458"/>
                  </a:moveTo>
                  <a:lnTo>
                    <a:pt x="1963166" y="8458"/>
                  </a:lnTo>
                  <a:lnTo>
                    <a:pt x="1876552" y="416407"/>
                  </a:lnTo>
                  <a:lnTo>
                    <a:pt x="1989404" y="416407"/>
                  </a:lnTo>
                  <a:lnTo>
                    <a:pt x="2075992" y="8458"/>
                  </a:lnTo>
                  <a:close/>
                </a:path>
                <a:path w="2239009" h="425450">
                  <a:moveTo>
                    <a:pt x="2238603" y="401256"/>
                  </a:moveTo>
                  <a:lnTo>
                    <a:pt x="2118372" y="401256"/>
                  </a:lnTo>
                  <a:lnTo>
                    <a:pt x="2118372" y="416331"/>
                  </a:lnTo>
                  <a:lnTo>
                    <a:pt x="2238603" y="416331"/>
                  </a:lnTo>
                  <a:lnTo>
                    <a:pt x="2238603" y="401256"/>
                  </a:lnTo>
                  <a:close/>
                </a:path>
                <a:path w="2239009" h="425450">
                  <a:moveTo>
                    <a:pt x="2238603" y="304888"/>
                  </a:moveTo>
                  <a:lnTo>
                    <a:pt x="2118372" y="304888"/>
                  </a:lnTo>
                  <a:lnTo>
                    <a:pt x="2118372" y="319951"/>
                  </a:lnTo>
                  <a:lnTo>
                    <a:pt x="2238603" y="319951"/>
                  </a:lnTo>
                  <a:lnTo>
                    <a:pt x="2238603" y="304888"/>
                  </a:lnTo>
                  <a:close/>
                </a:path>
                <a:path w="2239009" h="425450">
                  <a:moveTo>
                    <a:pt x="2238603" y="204901"/>
                  </a:moveTo>
                  <a:lnTo>
                    <a:pt x="2118372" y="204901"/>
                  </a:lnTo>
                  <a:lnTo>
                    <a:pt x="2118372" y="219964"/>
                  </a:lnTo>
                  <a:lnTo>
                    <a:pt x="2238603" y="219964"/>
                  </a:lnTo>
                  <a:lnTo>
                    <a:pt x="2238603" y="204901"/>
                  </a:lnTo>
                  <a:close/>
                </a:path>
                <a:path w="2239009" h="425450">
                  <a:moveTo>
                    <a:pt x="2238603" y="106260"/>
                  </a:moveTo>
                  <a:lnTo>
                    <a:pt x="2118372" y="106260"/>
                  </a:lnTo>
                  <a:lnTo>
                    <a:pt x="2118372" y="121335"/>
                  </a:lnTo>
                  <a:lnTo>
                    <a:pt x="2238603" y="121335"/>
                  </a:lnTo>
                  <a:lnTo>
                    <a:pt x="2238603" y="106260"/>
                  </a:lnTo>
                  <a:close/>
                </a:path>
                <a:path w="2239009" h="425450">
                  <a:moveTo>
                    <a:pt x="2238603" y="10185"/>
                  </a:moveTo>
                  <a:lnTo>
                    <a:pt x="2118372" y="10185"/>
                  </a:lnTo>
                  <a:lnTo>
                    <a:pt x="2118372" y="25234"/>
                  </a:lnTo>
                  <a:lnTo>
                    <a:pt x="2238603" y="25234"/>
                  </a:lnTo>
                  <a:lnTo>
                    <a:pt x="2238603" y="10185"/>
                  </a:lnTo>
                  <a:close/>
                </a:path>
              </a:pathLst>
            </a:custGeom>
            <a:solidFill>
              <a:srgbClr val="FFFFFF"/>
            </a:solidFill>
          </p:spPr>
          <p:txBody>
            <a:bodyPr wrap="square" lIns="0" tIns="0" rIns="0" bIns="0" rtlCol="0"/>
            <a:lstStyle/>
            <a:p>
              <a:endParaRPr/>
            </a:p>
          </p:txBody>
        </p:sp>
      </p:grpSp>
      <p:sp>
        <p:nvSpPr>
          <p:cNvPr id="19" name="bg object 19"/>
          <p:cNvSpPr/>
          <p:nvPr/>
        </p:nvSpPr>
        <p:spPr>
          <a:xfrm>
            <a:off x="10890497"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0" name="bg object 20"/>
          <p:cNvSpPr/>
          <p:nvPr/>
        </p:nvSpPr>
        <p:spPr>
          <a:xfrm>
            <a:off x="11048994"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1" name="bg object 21"/>
          <p:cNvSpPr/>
          <p:nvPr/>
        </p:nvSpPr>
        <p:spPr>
          <a:xfrm>
            <a:off x="11207491"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2" name="bg object 22"/>
          <p:cNvSpPr/>
          <p:nvPr/>
        </p:nvSpPr>
        <p:spPr>
          <a:xfrm>
            <a:off x="11365985"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3" name="bg object 23"/>
          <p:cNvSpPr/>
          <p:nvPr/>
        </p:nvSpPr>
        <p:spPr>
          <a:xfrm>
            <a:off x="11526011" y="158495"/>
            <a:ext cx="30480" cy="32384"/>
          </a:xfrm>
          <a:custGeom>
            <a:avLst/>
            <a:gdLst/>
            <a:ahLst/>
            <a:cxnLst/>
            <a:rect l="l" t="t" r="r" b="b"/>
            <a:pathLst>
              <a:path w="30479" h="32385">
                <a:moveTo>
                  <a:pt x="15138" y="0"/>
                </a:moveTo>
                <a:lnTo>
                  <a:pt x="9245" y="1244"/>
                </a:lnTo>
                <a:lnTo>
                  <a:pt x="4432" y="4660"/>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60"/>
                </a:lnTo>
                <a:lnTo>
                  <a:pt x="21031" y="1244"/>
                </a:lnTo>
                <a:lnTo>
                  <a:pt x="15138" y="0"/>
                </a:lnTo>
                <a:close/>
              </a:path>
            </a:pathLst>
          </a:custGeom>
          <a:solidFill>
            <a:srgbClr val="333333"/>
          </a:solidFill>
        </p:spPr>
        <p:txBody>
          <a:bodyPr wrap="square" lIns="0" tIns="0" rIns="0" bIns="0" rtlCol="0"/>
          <a:lstStyle/>
          <a:p>
            <a:endParaRPr/>
          </a:p>
        </p:txBody>
      </p:sp>
      <p:sp>
        <p:nvSpPr>
          <p:cNvPr id="24" name="bg object 24"/>
          <p:cNvSpPr/>
          <p:nvPr/>
        </p:nvSpPr>
        <p:spPr>
          <a:xfrm>
            <a:off x="11684503"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5" name="bg object 25"/>
          <p:cNvSpPr/>
          <p:nvPr/>
        </p:nvSpPr>
        <p:spPr>
          <a:xfrm>
            <a:off x="11842997"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6" name="bg object 26"/>
          <p:cNvSpPr/>
          <p:nvPr/>
        </p:nvSpPr>
        <p:spPr>
          <a:xfrm>
            <a:off x="12001494" y="158495"/>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7" name="bg object 27"/>
          <p:cNvSpPr/>
          <p:nvPr/>
        </p:nvSpPr>
        <p:spPr>
          <a:xfrm>
            <a:off x="10890497"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8" name="bg object 28"/>
          <p:cNvSpPr/>
          <p:nvPr/>
        </p:nvSpPr>
        <p:spPr>
          <a:xfrm>
            <a:off x="11048994"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29" name="bg object 29"/>
          <p:cNvSpPr/>
          <p:nvPr/>
        </p:nvSpPr>
        <p:spPr>
          <a:xfrm>
            <a:off x="11207491"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30" name="bg object 30"/>
          <p:cNvSpPr/>
          <p:nvPr/>
        </p:nvSpPr>
        <p:spPr>
          <a:xfrm>
            <a:off x="11365985"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31" name="bg object 31"/>
          <p:cNvSpPr/>
          <p:nvPr/>
        </p:nvSpPr>
        <p:spPr>
          <a:xfrm>
            <a:off x="11526011" y="316991"/>
            <a:ext cx="30480" cy="32384"/>
          </a:xfrm>
          <a:custGeom>
            <a:avLst/>
            <a:gdLst/>
            <a:ahLst/>
            <a:cxnLst/>
            <a:rect l="l" t="t" r="r" b="b"/>
            <a:pathLst>
              <a:path w="30479" h="32385">
                <a:moveTo>
                  <a:pt x="15138" y="0"/>
                </a:moveTo>
                <a:lnTo>
                  <a:pt x="9245" y="1244"/>
                </a:lnTo>
                <a:lnTo>
                  <a:pt x="4432" y="4660"/>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60"/>
                </a:lnTo>
                <a:lnTo>
                  <a:pt x="21031" y="1244"/>
                </a:lnTo>
                <a:lnTo>
                  <a:pt x="15138" y="0"/>
                </a:lnTo>
                <a:close/>
              </a:path>
            </a:pathLst>
          </a:custGeom>
          <a:solidFill>
            <a:srgbClr val="333333"/>
          </a:solidFill>
        </p:spPr>
        <p:txBody>
          <a:bodyPr wrap="square" lIns="0" tIns="0" rIns="0" bIns="0" rtlCol="0"/>
          <a:lstStyle/>
          <a:p>
            <a:endParaRPr/>
          </a:p>
        </p:txBody>
      </p:sp>
      <p:sp>
        <p:nvSpPr>
          <p:cNvPr id="32" name="bg object 32"/>
          <p:cNvSpPr/>
          <p:nvPr/>
        </p:nvSpPr>
        <p:spPr>
          <a:xfrm>
            <a:off x="11684503"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33" name="bg object 33"/>
          <p:cNvSpPr/>
          <p:nvPr/>
        </p:nvSpPr>
        <p:spPr>
          <a:xfrm>
            <a:off x="11842997"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34" name="bg object 34"/>
          <p:cNvSpPr/>
          <p:nvPr/>
        </p:nvSpPr>
        <p:spPr>
          <a:xfrm>
            <a:off x="12001494" y="316991"/>
            <a:ext cx="32384" cy="32384"/>
          </a:xfrm>
          <a:custGeom>
            <a:avLst/>
            <a:gdLst/>
            <a:ahLst/>
            <a:cxnLst/>
            <a:rect l="l" t="t" r="r" b="b"/>
            <a:pathLst>
              <a:path w="32384" h="32385">
                <a:moveTo>
                  <a:pt x="15900" y="0"/>
                </a:move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60"/>
                </a:lnTo>
                <a:lnTo>
                  <a:pt x="22085" y="1244"/>
                </a:lnTo>
                <a:lnTo>
                  <a:pt x="15900" y="0"/>
                </a:lnTo>
                <a:close/>
              </a:path>
            </a:pathLst>
          </a:custGeom>
          <a:solidFill>
            <a:srgbClr val="333333"/>
          </a:solidFill>
        </p:spPr>
        <p:txBody>
          <a:bodyPr wrap="square" lIns="0" tIns="0" rIns="0" bIns="0" rtlCol="0"/>
          <a:lstStyle/>
          <a:p>
            <a:endParaRPr/>
          </a:p>
        </p:txBody>
      </p:sp>
      <p:sp>
        <p:nvSpPr>
          <p:cNvPr id="35" name="bg object 35"/>
          <p:cNvSpPr/>
          <p:nvPr/>
        </p:nvSpPr>
        <p:spPr>
          <a:xfrm>
            <a:off x="10890497"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6" name="bg object 36"/>
          <p:cNvSpPr/>
          <p:nvPr/>
        </p:nvSpPr>
        <p:spPr>
          <a:xfrm>
            <a:off x="11048994"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7" name="bg object 37"/>
          <p:cNvSpPr/>
          <p:nvPr/>
        </p:nvSpPr>
        <p:spPr>
          <a:xfrm>
            <a:off x="11207491"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8" name="bg object 38"/>
          <p:cNvSpPr/>
          <p:nvPr/>
        </p:nvSpPr>
        <p:spPr>
          <a:xfrm>
            <a:off x="11365985"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39" name="bg object 39"/>
          <p:cNvSpPr/>
          <p:nvPr/>
        </p:nvSpPr>
        <p:spPr>
          <a:xfrm>
            <a:off x="11526011" y="475487"/>
            <a:ext cx="30480" cy="32384"/>
          </a:xfrm>
          <a:custGeom>
            <a:avLst/>
            <a:gdLst/>
            <a:ahLst/>
            <a:cxnLst/>
            <a:rect l="l" t="t" r="r" b="b"/>
            <a:pathLst>
              <a:path w="30479" h="32384">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40" name="bg object 40"/>
          <p:cNvSpPr/>
          <p:nvPr/>
        </p:nvSpPr>
        <p:spPr>
          <a:xfrm>
            <a:off x="11684503"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1" name="bg object 41"/>
          <p:cNvSpPr/>
          <p:nvPr/>
        </p:nvSpPr>
        <p:spPr>
          <a:xfrm>
            <a:off x="11842997"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2" name="bg object 42"/>
          <p:cNvSpPr/>
          <p:nvPr/>
        </p:nvSpPr>
        <p:spPr>
          <a:xfrm>
            <a:off x="12001494" y="475487"/>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3" name="bg object 43"/>
          <p:cNvSpPr/>
          <p:nvPr/>
        </p:nvSpPr>
        <p:spPr>
          <a:xfrm>
            <a:off x="10890497"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4" name="bg object 44"/>
          <p:cNvSpPr/>
          <p:nvPr/>
        </p:nvSpPr>
        <p:spPr>
          <a:xfrm>
            <a:off x="11048994"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5" name="bg object 45"/>
          <p:cNvSpPr/>
          <p:nvPr/>
        </p:nvSpPr>
        <p:spPr>
          <a:xfrm>
            <a:off x="11207491"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6" name="bg object 46"/>
          <p:cNvSpPr/>
          <p:nvPr/>
        </p:nvSpPr>
        <p:spPr>
          <a:xfrm>
            <a:off x="11365985"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7" name="bg object 47"/>
          <p:cNvSpPr/>
          <p:nvPr/>
        </p:nvSpPr>
        <p:spPr>
          <a:xfrm>
            <a:off x="11526011" y="635508"/>
            <a:ext cx="30480" cy="32384"/>
          </a:xfrm>
          <a:custGeom>
            <a:avLst/>
            <a:gdLst/>
            <a:ahLst/>
            <a:cxnLst/>
            <a:rect l="l" t="t" r="r" b="b"/>
            <a:pathLst>
              <a:path w="30479" h="32384">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48" name="bg object 48"/>
          <p:cNvSpPr/>
          <p:nvPr/>
        </p:nvSpPr>
        <p:spPr>
          <a:xfrm>
            <a:off x="11684503"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49" name="bg object 49"/>
          <p:cNvSpPr/>
          <p:nvPr/>
        </p:nvSpPr>
        <p:spPr>
          <a:xfrm>
            <a:off x="11842997"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0" name="bg object 50"/>
          <p:cNvSpPr/>
          <p:nvPr/>
        </p:nvSpPr>
        <p:spPr>
          <a:xfrm>
            <a:off x="12001494" y="635508"/>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1" name="bg object 51"/>
          <p:cNvSpPr/>
          <p:nvPr/>
        </p:nvSpPr>
        <p:spPr>
          <a:xfrm>
            <a:off x="10890497"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2" name="bg object 52"/>
          <p:cNvSpPr/>
          <p:nvPr/>
        </p:nvSpPr>
        <p:spPr>
          <a:xfrm>
            <a:off x="11048994"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3" name="bg object 53"/>
          <p:cNvSpPr/>
          <p:nvPr/>
        </p:nvSpPr>
        <p:spPr>
          <a:xfrm>
            <a:off x="11207491"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4" name="bg object 54"/>
          <p:cNvSpPr/>
          <p:nvPr/>
        </p:nvSpPr>
        <p:spPr>
          <a:xfrm>
            <a:off x="11365985"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5" name="bg object 55"/>
          <p:cNvSpPr/>
          <p:nvPr/>
        </p:nvSpPr>
        <p:spPr>
          <a:xfrm>
            <a:off x="11526011" y="794004"/>
            <a:ext cx="30480" cy="32384"/>
          </a:xfrm>
          <a:custGeom>
            <a:avLst/>
            <a:gdLst/>
            <a:ahLst/>
            <a:cxnLst/>
            <a:rect l="l" t="t" r="r" b="b"/>
            <a:pathLst>
              <a:path w="30479" h="32384">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56" name="bg object 56"/>
          <p:cNvSpPr/>
          <p:nvPr/>
        </p:nvSpPr>
        <p:spPr>
          <a:xfrm>
            <a:off x="11684503"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7" name="bg object 57"/>
          <p:cNvSpPr/>
          <p:nvPr/>
        </p:nvSpPr>
        <p:spPr>
          <a:xfrm>
            <a:off x="11842997"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8" name="bg object 58"/>
          <p:cNvSpPr/>
          <p:nvPr/>
        </p:nvSpPr>
        <p:spPr>
          <a:xfrm>
            <a:off x="12001494" y="794004"/>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59" name="bg object 59"/>
          <p:cNvSpPr/>
          <p:nvPr/>
        </p:nvSpPr>
        <p:spPr>
          <a:xfrm>
            <a:off x="10890497"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0" name="bg object 60"/>
          <p:cNvSpPr/>
          <p:nvPr/>
        </p:nvSpPr>
        <p:spPr>
          <a:xfrm>
            <a:off x="11048994"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1" name="bg object 61"/>
          <p:cNvSpPr/>
          <p:nvPr/>
        </p:nvSpPr>
        <p:spPr>
          <a:xfrm>
            <a:off x="11207491"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2" name="bg object 62"/>
          <p:cNvSpPr/>
          <p:nvPr/>
        </p:nvSpPr>
        <p:spPr>
          <a:xfrm>
            <a:off x="11365985"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3" name="bg object 63"/>
          <p:cNvSpPr/>
          <p:nvPr/>
        </p:nvSpPr>
        <p:spPr>
          <a:xfrm>
            <a:off x="11526011" y="952500"/>
            <a:ext cx="30480" cy="32384"/>
          </a:xfrm>
          <a:custGeom>
            <a:avLst/>
            <a:gdLst/>
            <a:ahLst/>
            <a:cxnLst/>
            <a:rect l="l" t="t" r="r" b="b"/>
            <a:pathLst>
              <a:path w="30479" h="32384">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64" name="bg object 64"/>
          <p:cNvSpPr/>
          <p:nvPr/>
        </p:nvSpPr>
        <p:spPr>
          <a:xfrm>
            <a:off x="11684503"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5" name="bg object 65"/>
          <p:cNvSpPr/>
          <p:nvPr/>
        </p:nvSpPr>
        <p:spPr>
          <a:xfrm>
            <a:off x="11842997"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6" name="bg object 66"/>
          <p:cNvSpPr/>
          <p:nvPr/>
        </p:nvSpPr>
        <p:spPr>
          <a:xfrm>
            <a:off x="12001494" y="952500"/>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7" name="bg object 67"/>
          <p:cNvSpPr/>
          <p:nvPr/>
        </p:nvSpPr>
        <p:spPr>
          <a:xfrm>
            <a:off x="10890497"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8" name="bg object 68"/>
          <p:cNvSpPr/>
          <p:nvPr/>
        </p:nvSpPr>
        <p:spPr>
          <a:xfrm>
            <a:off x="11048994"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69" name="bg object 69"/>
          <p:cNvSpPr/>
          <p:nvPr/>
        </p:nvSpPr>
        <p:spPr>
          <a:xfrm>
            <a:off x="11207491"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0" name="bg object 70"/>
          <p:cNvSpPr/>
          <p:nvPr/>
        </p:nvSpPr>
        <p:spPr>
          <a:xfrm>
            <a:off x="11365985"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1" name="bg object 71"/>
          <p:cNvSpPr/>
          <p:nvPr/>
        </p:nvSpPr>
        <p:spPr>
          <a:xfrm>
            <a:off x="11526011" y="1110996"/>
            <a:ext cx="30480" cy="32384"/>
          </a:xfrm>
          <a:custGeom>
            <a:avLst/>
            <a:gdLst/>
            <a:ahLst/>
            <a:cxnLst/>
            <a:rect l="l" t="t" r="r" b="b"/>
            <a:pathLst>
              <a:path w="30479" h="32384">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72" name="bg object 72"/>
          <p:cNvSpPr/>
          <p:nvPr/>
        </p:nvSpPr>
        <p:spPr>
          <a:xfrm>
            <a:off x="11684503"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3" name="bg object 73"/>
          <p:cNvSpPr/>
          <p:nvPr/>
        </p:nvSpPr>
        <p:spPr>
          <a:xfrm>
            <a:off x="11842997"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4" name="bg object 74"/>
          <p:cNvSpPr/>
          <p:nvPr/>
        </p:nvSpPr>
        <p:spPr>
          <a:xfrm>
            <a:off x="12001494" y="1110996"/>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5" name="bg object 75"/>
          <p:cNvSpPr/>
          <p:nvPr/>
        </p:nvSpPr>
        <p:spPr>
          <a:xfrm>
            <a:off x="10890497"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6" name="bg object 76"/>
          <p:cNvSpPr/>
          <p:nvPr/>
        </p:nvSpPr>
        <p:spPr>
          <a:xfrm>
            <a:off x="11048994"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7" name="bg object 77"/>
          <p:cNvSpPr/>
          <p:nvPr/>
        </p:nvSpPr>
        <p:spPr>
          <a:xfrm>
            <a:off x="11207491"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8" name="bg object 78"/>
          <p:cNvSpPr/>
          <p:nvPr/>
        </p:nvSpPr>
        <p:spPr>
          <a:xfrm>
            <a:off x="11365985"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79" name="bg object 79"/>
          <p:cNvSpPr/>
          <p:nvPr/>
        </p:nvSpPr>
        <p:spPr>
          <a:xfrm>
            <a:off x="11526011" y="1269491"/>
            <a:ext cx="30480" cy="32384"/>
          </a:xfrm>
          <a:custGeom>
            <a:avLst/>
            <a:gdLst/>
            <a:ahLst/>
            <a:cxnLst/>
            <a:rect l="l" t="t" r="r" b="b"/>
            <a:pathLst>
              <a:path w="30479" h="32384">
                <a:moveTo>
                  <a:pt x="15138" y="0"/>
                </a:moveTo>
                <a:lnTo>
                  <a:pt x="9245" y="1244"/>
                </a:lnTo>
                <a:lnTo>
                  <a:pt x="4432" y="4648"/>
                </a:lnTo>
                <a:lnTo>
                  <a:pt x="1193" y="9702"/>
                </a:lnTo>
                <a:lnTo>
                  <a:pt x="0" y="15900"/>
                </a:lnTo>
                <a:lnTo>
                  <a:pt x="1193" y="22085"/>
                </a:lnTo>
                <a:lnTo>
                  <a:pt x="4432" y="27139"/>
                </a:lnTo>
                <a:lnTo>
                  <a:pt x="9245" y="30543"/>
                </a:lnTo>
                <a:lnTo>
                  <a:pt x="15138" y="31788"/>
                </a:lnTo>
                <a:lnTo>
                  <a:pt x="21031" y="30543"/>
                </a:lnTo>
                <a:lnTo>
                  <a:pt x="25844" y="27139"/>
                </a:lnTo>
                <a:lnTo>
                  <a:pt x="29083" y="22085"/>
                </a:lnTo>
                <a:lnTo>
                  <a:pt x="30276" y="15900"/>
                </a:lnTo>
                <a:lnTo>
                  <a:pt x="29083" y="9702"/>
                </a:lnTo>
                <a:lnTo>
                  <a:pt x="25844" y="4648"/>
                </a:lnTo>
                <a:lnTo>
                  <a:pt x="21031" y="1244"/>
                </a:lnTo>
                <a:lnTo>
                  <a:pt x="15138" y="0"/>
                </a:lnTo>
                <a:close/>
              </a:path>
            </a:pathLst>
          </a:custGeom>
          <a:solidFill>
            <a:srgbClr val="333333"/>
          </a:solidFill>
        </p:spPr>
        <p:txBody>
          <a:bodyPr wrap="square" lIns="0" tIns="0" rIns="0" bIns="0" rtlCol="0"/>
          <a:lstStyle/>
          <a:p>
            <a:endParaRPr/>
          </a:p>
        </p:txBody>
      </p:sp>
      <p:sp>
        <p:nvSpPr>
          <p:cNvPr id="80" name="bg object 80"/>
          <p:cNvSpPr/>
          <p:nvPr/>
        </p:nvSpPr>
        <p:spPr>
          <a:xfrm>
            <a:off x="11684503"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81" name="bg object 81"/>
          <p:cNvSpPr/>
          <p:nvPr/>
        </p:nvSpPr>
        <p:spPr>
          <a:xfrm>
            <a:off x="11842997"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82" name="bg object 82"/>
          <p:cNvSpPr/>
          <p:nvPr/>
        </p:nvSpPr>
        <p:spPr>
          <a:xfrm>
            <a:off x="12001494" y="1269491"/>
            <a:ext cx="32384" cy="32384"/>
          </a:xfrm>
          <a:custGeom>
            <a:avLst/>
            <a:gdLst/>
            <a:ahLst/>
            <a:cxnLst/>
            <a:rect l="l" t="t" r="r" b="b"/>
            <a:pathLst>
              <a:path w="32384" h="32384">
                <a:moveTo>
                  <a:pt x="15900" y="0"/>
                </a:moveTo>
                <a:lnTo>
                  <a:pt x="9715" y="1244"/>
                </a:lnTo>
                <a:lnTo>
                  <a:pt x="4660" y="4648"/>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lnTo>
                  <a:pt x="30543" y="9702"/>
                </a:lnTo>
                <a:lnTo>
                  <a:pt x="27139" y="4648"/>
                </a:lnTo>
                <a:lnTo>
                  <a:pt x="22085" y="1244"/>
                </a:lnTo>
                <a:lnTo>
                  <a:pt x="15900" y="0"/>
                </a:lnTo>
                <a:close/>
              </a:path>
            </a:pathLst>
          </a:custGeom>
          <a:solidFill>
            <a:srgbClr val="333333"/>
          </a:solidFill>
        </p:spPr>
        <p:txBody>
          <a:bodyPr wrap="square" lIns="0" tIns="0" rIns="0" bIns="0" rtlCol="0"/>
          <a:lstStyle/>
          <a:p>
            <a:endParaRPr/>
          </a:p>
        </p:txBody>
      </p:sp>
      <p:sp>
        <p:nvSpPr>
          <p:cNvPr id="86" name="Espaço Reservado para Texto 2">
            <a:extLst>
              <a:ext uri="{FF2B5EF4-FFF2-40B4-BE49-F238E27FC236}">
                <a16:creationId xmlns:a16="http://schemas.microsoft.com/office/drawing/2014/main" id="{BB30DDAD-EE32-4F39-982C-33139607FB67}"/>
              </a:ext>
            </a:extLst>
          </p:cNvPr>
          <p:cNvSpPr>
            <a:spLocks noGrp="1"/>
          </p:cNvSpPr>
          <p:nvPr>
            <p:ph type="body" sz="quarter" idx="10"/>
          </p:nvPr>
        </p:nvSpPr>
        <p:spPr>
          <a:xfrm>
            <a:off x="833520" y="1838890"/>
            <a:ext cx="10647658" cy="4287588"/>
          </a:xfrm>
          <a:prstGeom prst="rect">
            <a:avLst/>
          </a:prstGeom>
        </p:spPr>
        <p:txBody>
          <a:bodyPr/>
          <a:lstStyle>
            <a:lvl1pPr>
              <a:lnSpc>
                <a:spcPct val="150000"/>
              </a:lnSpc>
              <a:defRPr sz="2000">
                <a:latin typeface="Times New Roman" panose="02020603050405020304" pitchFamily="18" charset="0"/>
                <a:cs typeface="Times New Roman" panose="02020603050405020304" pitchFamily="18" charset="0"/>
              </a:defRPr>
            </a:lvl1pPr>
            <a:lvl2pPr>
              <a:lnSpc>
                <a:spcPct val="150000"/>
              </a:lnSpc>
              <a:defRPr>
                <a:latin typeface="Times New Roman" panose="02020603050405020304" pitchFamily="18" charset="0"/>
                <a:cs typeface="Times New Roman" panose="02020603050405020304" pitchFamily="18" charset="0"/>
              </a:defRPr>
            </a:lvl2pPr>
            <a:lvl3pPr>
              <a:lnSpc>
                <a:spcPct val="150000"/>
              </a:lnSpc>
              <a:defRPr sz="1600">
                <a:latin typeface="Times New Roman" panose="02020603050405020304" pitchFamily="18" charset="0"/>
                <a:cs typeface="Times New Roman" panose="02020603050405020304" pitchFamily="18" charset="0"/>
              </a:defRPr>
            </a:lvl3pPr>
            <a:lvl4pPr>
              <a:lnSpc>
                <a:spcPct val="150000"/>
              </a:lnSpc>
              <a:defRPr sz="1400">
                <a:latin typeface="Times New Roman" panose="02020603050405020304" pitchFamily="18" charset="0"/>
                <a:cs typeface="Times New Roman" panose="02020603050405020304" pitchFamily="18" charset="0"/>
              </a:defRPr>
            </a:lvl4pPr>
            <a:lvl5pPr>
              <a:lnSpc>
                <a:spcPct val="150000"/>
              </a:lnSpc>
              <a:defRPr sz="14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87" name="bg object 81">
            <a:extLst>
              <a:ext uri="{FF2B5EF4-FFF2-40B4-BE49-F238E27FC236}">
                <a16:creationId xmlns:a16="http://schemas.microsoft.com/office/drawing/2014/main" id="{260715DC-9F49-4C38-A98E-03D087087650}"/>
              </a:ext>
            </a:extLst>
          </p:cNvPr>
          <p:cNvSpPr/>
          <p:nvPr userDrawn="1"/>
        </p:nvSpPr>
        <p:spPr>
          <a:xfrm>
            <a:off x="636269" y="635889"/>
            <a:ext cx="0" cy="888365"/>
          </a:xfrm>
          <a:custGeom>
            <a:avLst/>
            <a:gdLst/>
            <a:ahLst/>
            <a:cxnLst/>
            <a:rect l="l" t="t" r="r" b="b"/>
            <a:pathLst>
              <a:path h="888365">
                <a:moveTo>
                  <a:pt x="0" y="0"/>
                </a:moveTo>
                <a:lnTo>
                  <a:pt x="0" y="888314"/>
                </a:lnTo>
              </a:path>
            </a:pathLst>
          </a:custGeom>
          <a:ln w="104711">
            <a:solidFill>
              <a:srgbClr val="C1272C"/>
            </a:solidFill>
          </a:ln>
        </p:spPr>
        <p:txBody>
          <a:bodyPr wrap="square" lIns="0" tIns="0" rIns="0" bIns="0" rtlCol="0"/>
          <a:lstStyle/>
          <a:p>
            <a:endParaRPr dirty="0"/>
          </a:p>
        </p:txBody>
      </p:sp>
      <p:sp>
        <p:nvSpPr>
          <p:cNvPr id="83" name="Holder 2">
            <a:extLst>
              <a:ext uri="{FF2B5EF4-FFF2-40B4-BE49-F238E27FC236}">
                <a16:creationId xmlns:a16="http://schemas.microsoft.com/office/drawing/2014/main" id="{55814178-E7D8-4E7B-AA89-A5B86924845D}"/>
              </a:ext>
            </a:extLst>
          </p:cNvPr>
          <p:cNvSpPr>
            <a:spLocks noGrp="1"/>
          </p:cNvSpPr>
          <p:nvPr>
            <p:ph type="title"/>
          </p:nvPr>
        </p:nvSpPr>
        <p:spPr>
          <a:xfrm>
            <a:off x="833520" y="855812"/>
            <a:ext cx="8360355" cy="448519"/>
          </a:xfrm>
          <a:prstGeom prst="rect">
            <a:avLst/>
          </a:prstGeom>
        </p:spPr>
        <p:txBody>
          <a:bodyPr lIns="0" tIns="0" rIns="0" bIns="0"/>
          <a:lstStyle>
            <a:lvl1pPr algn="just">
              <a:defRPr sz="2600" b="0" i="0">
                <a:solidFill>
                  <a:srgbClr val="1A1A1A"/>
                </a:solidFill>
                <a:latin typeface="Times New Roman" panose="02020603050405020304" pitchFamily="18" charset="0"/>
                <a:cs typeface="Times New Roman" panose="02020603050405020304" pitchFamily="18" charset="0"/>
              </a:defRPr>
            </a:lvl1pPr>
          </a:lstStyle>
          <a:p>
            <a:r>
              <a:rPr lang="pt-BR" dirty="0"/>
              <a:t>Clique para editar o título Mestre</a:t>
            </a:r>
            <a:endParaRPr dirty="0"/>
          </a:p>
        </p:txBody>
      </p:sp>
    </p:spTree>
    <p:extLst>
      <p:ext uri="{BB962C8B-B14F-4D97-AF65-F5344CB8AC3E}">
        <p14:creationId xmlns:p14="http://schemas.microsoft.com/office/powerpoint/2010/main" val="10461572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Em Branco">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12192000" cy="6957753"/>
          </a:xfrm>
          <a:custGeom>
            <a:avLst/>
            <a:gdLst/>
            <a:ahLst/>
            <a:cxnLst/>
            <a:rect l="l" t="t" r="r" b="b"/>
            <a:pathLst>
              <a:path w="12192000" h="6858000">
                <a:moveTo>
                  <a:pt x="12192000" y="6857746"/>
                </a:moveTo>
                <a:lnTo>
                  <a:pt x="0" y="6857746"/>
                </a:lnTo>
                <a:lnTo>
                  <a:pt x="0" y="6858000"/>
                </a:lnTo>
                <a:lnTo>
                  <a:pt x="12192000" y="6858000"/>
                </a:lnTo>
                <a:lnTo>
                  <a:pt x="12192000" y="6857746"/>
                </a:lnTo>
                <a:close/>
              </a:path>
              <a:path w="12192000" h="6858000">
                <a:moveTo>
                  <a:pt x="12192000" y="0"/>
                </a:moveTo>
                <a:lnTo>
                  <a:pt x="0" y="0"/>
                </a:lnTo>
                <a:lnTo>
                  <a:pt x="0" y="6761988"/>
                </a:lnTo>
                <a:lnTo>
                  <a:pt x="12192000" y="6761988"/>
                </a:lnTo>
                <a:lnTo>
                  <a:pt x="12192000" y="0"/>
                </a:lnTo>
                <a:close/>
              </a:path>
            </a:pathLst>
          </a:custGeom>
          <a:solidFill>
            <a:srgbClr val="F0F0F0"/>
          </a:solidFill>
        </p:spPr>
        <p:txBody>
          <a:bodyPr wrap="square" lIns="0" tIns="0" rIns="0" bIns="0" rtlCol="0"/>
          <a:lstStyle/>
          <a:p>
            <a:endParaRPr dirty="0"/>
          </a:p>
        </p:txBody>
      </p:sp>
      <p:sp>
        <p:nvSpPr>
          <p:cNvPr id="20" name="bg object 20"/>
          <p:cNvSpPr/>
          <p:nvPr/>
        </p:nvSpPr>
        <p:spPr>
          <a:xfrm>
            <a:off x="10890491" y="158495"/>
            <a:ext cx="1143000" cy="1143000"/>
          </a:xfrm>
          <a:custGeom>
            <a:avLst/>
            <a:gdLst/>
            <a:ahLst/>
            <a:cxnLst/>
            <a:rect l="l" t="t" r="r" b="b"/>
            <a:pathLst>
              <a:path w="1143000" h="1143000">
                <a:moveTo>
                  <a:pt x="31800" y="1126896"/>
                </a:moveTo>
                <a:lnTo>
                  <a:pt x="30543" y="1120698"/>
                </a:lnTo>
                <a:lnTo>
                  <a:pt x="27139" y="1115644"/>
                </a:lnTo>
                <a:lnTo>
                  <a:pt x="22085" y="1112240"/>
                </a:lnTo>
                <a:lnTo>
                  <a:pt x="15900" y="1110996"/>
                </a:lnTo>
                <a:lnTo>
                  <a:pt x="9715" y="1112240"/>
                </a:lnTo>
                <a:lnTo>
                  <a:pt x="4660" y="1115644"/>
                </a:lnTo>
                <a:lnTo>
                  <a:pt x="1257" y="1120698"/>
                </a:lnTo>
                <a:lnTo>
                  <a:pt x="0" y="1126896"/>
                </a:lnTo>
                <a:lnTo>
                  <a:pt x="1257" y="1133081"/>
                </a:lnTo>
                <a:lnTo>
                  <a:pt x="4660" y="1138135"/>
                </a:lnTo>
                <a:lnTo>
                  <a:pt x="9715" y="1141539"/>
                </a:lnTo>
                <a:lnTo>
                  <a:pt x="15900" y="1142784"/>
                </a:lnTo>
                <a:lnTo>
                  <a:pt x="22085" y="1141539"/>
                </a:lnTo>
                <a:lnTo>
                  <a:pt x="27139" y="1138135"/>
                </a:lnTo>
                <a:lnTo>
                  <a:pt x="30543" y="1133081"/>
                </a:lnTo>
                <a:lnTo>
                  <a:pt x="31800" y="1126896"/>
                </a:lnTo>
                <a:close/>
              </a:path>
              <a:path w="1143000" h="1143000">
                <a:moveTo>
                  <a:pt x="31800" y="968400"/>
                </a:moveTo>
                <a:lnTo>
                  <a:pt x="30543" y="962202"/>
                </a:lnTo>
                <a:lnTo>
                  <a:pt x="27139" y="957148"/>
                </a:lnTo>
                <a:lnTo>
                  <a:pt x="22085" y="953744"/>
                </a:lnTo>
                <a:lnTo>
                  <a:pt x="15900" y="952500"/>
                </a:lnTo>
                <a:lnTo>
                  <a:pt x="9715" y="953744"/>
                </a:lnTo>
                <a:lnTo>
                  <a:pt x="4660" y="957148"/>
                </a:lnTo>
                <a:lnTo>
                  <a:pt x="1257" y="962202"/>
                </a:lnTo>
                <a:lnTo>
                  <a:pt x="0" y="968400"/>
                </a:lnTo>
                <a:lnTo>
                  <a:pt x="1257" y="974585"/>
                </a:lnTo>
                <a:lnTo>
                  <a:pt x="4660" y="979639"/>
                </a:lnTo>
                <a:lnTo>
                  <a:pt x="9715" y="983043"/>
                </a:lnTo>
                <a:lnTo>
                  <a:pt x="15900" y="984288"/>
                </a:lnTo>
                <a:lnTo>
                  <a:pt x="22085" y="983043"/>
                </a:lnTo>
                <a:lnTo>
                  <a:pt x="27139" y="979639"/>
                </a:lnTo>
                <a:lnTo>
                  <a:pt x="30543" y="974585"/>
                </a:lnTo>
                <a:lnTo>
                  <a:pt x="31800" y="968400"/>
                </a:lnTo>
                <a:close/>
              </a:path>
              <a:path w="1143000" h="1143000">
                <a:moveTo>
                  <a:pt x="31800" y="809904"/>
                </a:moveTo>
                <a:lnTo>
                  <a:pt x="30543" y="803706"/>
                </a:lnTo>
                <a:lnTo>
                  <a:pt x="27139" y="798652"/>
                </a:lnTo>
                <a:lnTo>
                  <a:pt x="22085" y="795248"/>
                </a:lnTo>
                <a:lnTo>
                  <a:pt x="15900" y="794004"/>
                </a:lnTo>
                <a:lnTo>
                  <a:pt x="9715" y="795248"/>
                </a:lnTo>
                <a:lnTo>
                  <a:pt x="4660" y="798652"/>
                </a:lnTo>
                <a:lnTo>
                  <a:pt x="1257" y="803706"/>
                </a:lnTo>
                <a:lnTo>
                  <a:pt x="0" y="809904"/>
                </a:lnTo>
                <a:lnTo>
                  <a:pt x="1257" y="816089"/>
                </a:lnTo>
                <a:lnTo>
                  <a:pt x="4660" y="821143"/>
                </a:lnTo>
                <a:lnTo>
                  <a:pt x="9715" y="824547"/>
                </a:lnTo>
                <a:lnTo>
                  <a:pt x="15900" y="825792"/>
                </a:lnTo>
                <a:lnTo>
                  <a:pt x="22085" y="824547"/>
                </a:lnTo>
                <a:lnTo>
                  <a:pt x="27139" y="821143"/>
                </a:lnTo>
                <a:lnTo>
                  <a:pt x="30543" y="816089"/>
                </a:lnTo>
                <a:lnTo>
                  <a:pt x="31800" y="809904"/>
                </a:lnTo>
                <a:close/>
              </a:path>
              <a:path w="1143000" h="1143000">
                <a:moveTo>
                  <a:pt x="31800" y="651408"/>
                </a:moveTo>
                <a:lnTo>
                  <a:pt x="30543" y="645210"/>
                </a:lnTo>
                <a:lnTo>
                  <a:pt x="27139" y="640156"/>
                </a:lnTo>
                <a:lnTo>
                  <a:pt x="22085" y="636752"/>
                </a:lnTo>
                <a:lnTo>
                  <a:pt x="15900" y="635508"/>
                </a:lnTo>
                <a:lnTo>
                  <a:pt x="9715" y="636752"/>
                </a:lnTo>
                <a:lnTo>
                  <a:pt x="4660" y="640156"/>
                </a:lnTo>
                <a:lnTo>
                  <a:pt x="1257" y="645210"/>
                </a:lnTo>
                <a:lnTo>
                  <a:pt x="0" y="651408"/>
                </a:lnTo>
                <a:lnTo>
                  <a:pt x="1257" y="657593"/>
                </a:lnTo>
                <a:lnTo>
                  <a:pt x="4660" y="662647"/>
                </a:lnTo>
                <a:lnTo>
                  <a:pt x="9715" y="666051"/>
                </a:lnTo>
                <a:lnTo>
                  <a:pt x="15900" y="667296"/>
                </a:lnTo>
                <a:lnTo>
                  <a:pt x="22085" y="666051"/>
                </a:lnTo>
                <a:lnTo>
                  <a:pt x="27139" y="662647"/>
                </a:lnTo>
                <a:lnTo>
                  <a:pt x="30543" y="657593"/>
                </a:lnTo>
                <a:lnTo>
                  <a:pt x="31800" y="651408"/>
                </a:lnTo>
                <a:close/>
              </a:path>
              <a:path w="1143000" h="1143000">
                <a:moveTo>
                  <a:pt x="31800" y="492912"/>
                </a:moveTo>
                <a:lnTo>
                  <a:pt x="30543" y="486714"/>
                </a:lnTo>
                <a:lnTo>
                  <a:pt x="27139" y="481660"/>
                </a:lnTo>
                <a:lnTo>
                  <a:pt x="22085" y="478256"/>
                </a:lnTo>
                <a:lnTo>
                  <a:pt x="15900" y="477012"/>
                </a:lnTo>
                <a:lnTo>
                  <a:pt x="9715" y="478256"/>
                </a:lnTo>
                <a:lnTo>
                  <a:pt x="4660" y="481660"/>
                </a:lnTo>
                <a:lnTo>
                  <a:pt x="1257" y="486714"/>
                </a:lnTo>
                <a:lnTo>
                  <a:pt x="0" y="492912"/>
                </a:lnTo>
                <a:lnTo>
                  <a:pt x="1257" y="499097"/>
                </a:lnTo>
                <a:lnTo>
                  <a:pt x="4660" y="504151"/>
                </a:lnTo>
                <a:lnTo>
                  <a:pt x="9715" y="507555"/>
                </a:lnTo>
                <a:lnTo>
                  <a:pt x="15900" y="508800"/>
                </a:lnTo>
                <a:lnTo>
                  <a:pt x="22085" y="507555"/>
                </a:lnTo>
                <a:lnTo>
                  <a:pt x="27139" y="504151"/>
                </a:lnTo>
                <a:lnTo>
                  <a:pt x="30543" y="499097"/>
                </a:lnTo>
                <a:lnTo>
                  <a:pt x="31800" y="492912"/>
                </a:lnTo>
                <a:close/>
              </a:path>
              <a:path w="1143000" h="1143000">
                <a:moveTo>
                  <a:pt x="31800" y="332892"/>
                </a:moveTo>
                <a:lnTo>
                  <a:pt x="30543" y="326694"/>
                </a:lnTo>
                <a:lnTo>
                  <a:pt x="27139" y="321640"/>
                </a:lnTo>
                <a:lnTo>
                  <a:pt x="22085" y="318236"/>
                </a:lnTo>
                <a:lnTo>
                  <a:pt x="15900" y="316992"/>
                </a:lnTo>
                <a:lnTo>
                  <a:pt x="9715" y="318236"/>
                </a:lnTo>
                <a:lnTo>
                  <a:pt x="4660" y="321640"/>
                </a:lnTo>
                <a:lnTo>
                  <a:pt x="1257" y="326694"/>
                </a:lnTo>
                <a:lnTo>
                  <a:pt x="0" y="332892"/>
                </a:lnTo>
                <a:lnTo>
                  <a:pt x="1257" y="339077"/>
                </a:lnTo>
                <a:lnTo>
                  <a:pt x="4660" y="344131"/>
                </a:lnTo>
                <a:lnTo>
                  <a:pt x="9715" y="347535"/>
                </a:lnTo>
                <a:lnTo>
                  <a:pt x="15900" y="348780"/>
                </a:lnTo>
                <a:lnTo>
                  <a:pt x="22085" y="347535"/>
                </a:lnTo>
                <a:lnTo>
                  <a:pt x="27139" y="344131"/>
                </a:lnTo>
                <a:lnTo>
                  <a:pt x="30543" y="339077"/>
                </a:lnTo>
                <a:lnTo>
                  <a:pt x="31800" y="332892"/>
                </a:lnTo>
                <a:close/>
              </a:path>
              <a:path w="1143000" h="1143000">
                <a:moveTo>
                  <a:pt x="31800" y="174409"/>
                </a:moveTo>
                <a:lnTo>
                  <a:pt x="30543" y="168211"/>
                </a:lnTo>
                <a:lnTo>
                  <a:pt x="27139" y="163169"/>
                </a:lnTo>
                <a:lnTo>
                  <a:pt x="22085" y="159753"/>
                </a:lnTo>
                <a:lnTo>
                  <a:pt x="15900" y="158508"/>
                </a:lnTo>
                <a:lnTo>
                  <a:pt x="9715" y="159753"/>
                </a:lnTo>
                <a:lnTo>
                  <a:pt x="4660" y="163169"/>
                </a:lnTo>
                <a:lnTo>
                  <a:pt x="1257" y="168211"/>
                </a:lnTo>
                <a:lnTo>
                  <a:pt x="0" y="174409"/>
                </a:lnTo>
                <a:lnTo>
                  <a:pt x="1257" y="180594"/>
                </a:lnTo>
                <a:lnTo>
                  <a:pt x="4660" y="185648"/>
                </a:lnTo>
                <a:lnTo>
                  <a:pt x="9715" y="189052"/>
                </a:lnTo>
                <a:lnTo>
                  <a:pt x="15900" y="190296"/>
                </a:lnTo>
                <a:lnTo>
                  <a:pt x="22085" y="189052"/>
                </a:lnTo>
                <a:lnTo>
                  <a:pt x="27139" y="185648"/>
                </a:lnTo>
                <a:lnTo>
                  <a:pt x="30543" y="180594"/>
                </a:lnTo>
                <a:lnTo>
                  <a:pt x="31800" y="174409"/>
                </a:lnTo>
                <a:close/>
              </a:path>
              <a:path w="1143000" h="1143000">
                <a:moveTo>
                  <a:pt x="31800" y="15900"/>
                </a:moveTo>
                <a:lnTo>
                  <a:pt x="30543" y="9702"/>
                </a:lnTo>
                <a:lnTo>
                  <a:pt x="27139" y="4660"/>
                </a:lnTo>
                <a:lnTo>
                  <a:pt x="22085" y="1244"/>
                </a:lnTo>
                <a:lnTo>
                  <a:pt x="15900" y="0"/>
                </a:lnTo>
                <a:lnTo>
                  <a:pt x="9715" y="1244"/>
                </a:lnTo>
                <a:lnTo>
                  <a:pt x="4660" y="4660"/>
                </a:lnTo>
                <a:lnTo>
                  <a:pt x="1257" y="9702"/>
                </a:lnTo>
                <a:lnTo>
                  <a:pt x="0" y="15900"/>
                </a:lnTo>
                <a:lnTo>
                  <a:pt x="1257" y="22085"/>
                </a:lnTo>
                <a:lnTo>
                  <a:pt x="4660" y="27139"/>
                </a:lnTo>
                <a:lnTo>
                  <a:pt x="9715" y="30543"/>
                </a:lnTo>
                <a:lnTo>
                  <a:pt x="15900" y="31788"/>
                </a:lnTo>
                <a:lnTo>
                  <a:pt x="22085" y="30543"/>
                </a:lnTo>
                <a:lnTo>
                  <a:pt x="27139" y="27139"/>
                </a:lnTo>
                <a:lnTo>
                  <a:pt x="30543" y="22085"/>
                </a:lnTo>
                <a:lnTo>
                  <a:pt x="31800" y="15900"/>
                </a:lnTo>
                <a:close/>
              </a:path>
              <a:path w="1143000" h="1143000">
                <a:moveTo>
                  <a:pt x="190296" y="1126896"/>
                </a:moveTo>
                <a:lnTo>
                  <a:pt x="189039" y="1120698"/>
                </a:lnTo>
                <a:lnTo>
                  <a:pt x="185635" y="1115644"/>
                </a:lnTo>
                <a:lnTo>
                  <a:pt x="180581" y="1112240"/>
                </a:lnTo>
                <a:lnTo>
                  <a:pt x="174396" y="1110996"/>
                </a:lnTo>
                <a:lnTo>
                  <a:pt x="168211" y="1112240"/>
                </a:lnTo>
                <a:lnTo>
                  <a:pt x="163156" y="1115644"/>
                </a:lnTo>
                <a:lnTo>
                  <a:pt x="159753" y="1120698"/>
                </a:lnTo>
                <a:lnTo>
                  <a:pt x="158496" y="1126896"/>
                </a:lnTo>
                <a:lnTo>
                  <a:pt x="159753" y="1133081"/>
                </a:lnTo>
                <a:lnTo>
                  <a:pt x="163156" y="1138135"/>
                </a:lnTo>
                <a:lnTo>
                  <a:pt x="168211" y="1141539"/>
                </a:lnTo>
                <a:lnTo>
                  <a:pt x="174396" y="1142784"/>
                </a:lnTo>
                <a:lnTo>
                  <a:pt x="180581" y="1141539"/>
                </a:lnTo>
                <a:lnTo>
                  <a:pt x="185635" y="1138135"/>
                </a:lnTo>
                <a:lnTo>
                  <a:pt x="189039" y="1133081"/>
                </a:lnTo>
                <a:lnTo>
                  <a:pt x="190296" y="1126896"/>
                </a:lnTo>
                <a:close/>
              </a:path>
              <a:path w="1143000" h="1143000">
                <a:moveTo>
                  <a:pt x="190296" y="968400"/>
                </a:moveTo>
                <a:lnTo>
                  <a:pt x="189039" y="962202"/>
                </a:lnTo>
                <a:lnTo>
                  <a:pt x="185635" y="957148"/>
                </a:lnTo>
                <a:lnTo>
                  <a:pt x="180581" y="953744"/>
                </a:lnTo>
                <a:lnTo>
                  <a:pt x="174396" y="952500"/>
                </a:lnTo>
                <a:lnTo>
                  <a:pt x="168211" y="953744"/>
                </a:lnTo>
                <a:lnTo>
                  <a:pt x="163156" y="957148"/>
                </a:lnTo>
                <a:lnTo>
                  <a:pt x="159753" y="962202"/>
                </a:lnTo>
                <a:lnTo>
                  <a:pt x="158496" y="968400"/>
                </a:lnTo>
                <a:lnTo>
                  <a:pt x="159753" y="974585"/>
                </a:lnTo>
                <a:lnTo>
                  <a:pt x="163156" y="979639"/>
                </a:lnTo>
                <a:lnTo>
                  <a:pt x="168211" y="983043"/>
                </a:lnTo>
                <a:lnTo>
                  <a:pt x="174396" y="984288"/>
                </a:lnTo>
                <a:lnTo>
                  <a:pt x="180581" y="983043"/>
                </a:lnTo>
                <a:lnTo>
                  <a:pt x="185635" y="979639"/>
                </a:lnTo>
                <a:lnTo>
                  <a:pt x="189039" y="974585"/>
                </a:lnTo>
                <a:lnTo>
                  <a:pt x="190296" y="968400"/>
                </a:lnTo>
                <a:close/>
              </a:path>
              <a:path w="1143000" h="1143000">
                <a:moveTo>
                  <a:pt x="190296" y="809904"/>
                </a:moveTo>
                <a:lnTo>
                  <a:pt x="189039" y="803706"/>
                </a:lnTo>
                <a:lnTo>
                  <a:pt x="185635" y="798652"/>
                </a:lnTo>
                <a:lnTo>
                  <a:pt x="180581" y="795248"/>
                </a:lnTo>
                <a:lnTo>
                  <a:pt x="174396" y="794004"/>
                </a:lnTo>
                <a:lnTo>
                  <a:pt x="168211" y="795248"/>
                </a:lnTo>
                <a:lnTo>
                  <a:pt x="163156" y="798652"/>
                </a:lnTo>
                <a:lnTo>
                  <a:pt x="159753" y="803706"/>
                </a:lnTo>
                <a:lnTo>
                  <a:pt x="158496" y="809904"/>
                </a:lnTo>
                <a:lnTo>
                  <a:pt x="159753" y="816089"/>
                </a:lnTo>
                <a:lnTo>
                  <a:pt x="163156" y="821143"/>
                </a:lnTo>
                <a:lnTo>
                  <a:pt x="168211" y="824547"/>
                </a:lnTo>
                <a:lnTo>
                  <a:pt x="174396" y="825792"/>
                </a:lnTo>
                <a:lnTo>
                  <a:pt x="180581" y="824547"/>
                </a:lnTo>
                <a:lnTo>
                  <a:pt x="185635" y="821143"/>
                </a:lnTo>
                <a:lnTo>
                  <a:pt x="189039" y="816089"/>
                </a:lnTo>
                <a:lnTo>
                  <a:pt x="190296" y="809904"/>
                </a:lnTo>
                <a:close/>
              </a:path>
              <a:path w="1143000" h="1143000">
                <a:moveTo>
                  <a:pt x="190296" y="651408"/>
                </a:moveTo>
                <a:lnTo>
                  <a:pt x="189039" y="645210"/>
                </a:lnTo>
                <a:lnTo>
                  <a:pt x="185635" y="640156"/>
                </a:lnTo>
                <a:lnTo>
                  <a:pt x="180581" y="636752"/>
                </a:lnTo>
                <a:lnTo>
                  <a:pt x="174396" y="635508"/>
                </a:lnTo>
                <a:lnTo>
                  <a:pt x="168211" y="636752"/>
                </a:lnTo>
                <a:lnTo>
                  <a:pt x="163156" y="640156"/>
                </a:lnTo>
                <a:lnTo>
                  <a:pt x="159753" y="645210"/>
                </a:lnTo>
                <a:lnTo>
                  <a:pt x="158496" y="651408"/>
                </a:lnTo>
                <a:lnTo>
                  <a:pt x="159753" y="657593"/>
                </a:lnTo>
                <a:lnTo>
                  <a:pt x="163156" y="662647"/>
                </a:lnTo>
                <a:lnTo>
                  <a:pt x="168211" y="666051"/>
                </a:lnTo>
                <a:lnTo>
                  <a:pt x="174396" y="667296"/>
                </a:lnTo>
                <a:lnTo>
                  <a:pt x="180581" y="666051"/>
                </a:lnTo>
                <a:lnTo>
                  <a:pt x="185635" y="662647"/>
                </a:lnTo>
                <a:lnTo>
                  <a:pt x="189039" y="657593"/>
                </a:lnTo>
                <a:lnTo>
                  <a:pt x="190296" y="651408"/>
                </a:lnTo>
                <a:close/>
              </a:path>
              <a:path w="1143000" h="1143000">
                <a:moveTo>
                  <a:pt x="190296" y="492912"/>
                </a:moveTo>
                <a:lnTo>
                  <a:pt x="189039" y="486714"/>
                </a:lnTo>
                <a:lnTo>
                  <a:pt x="185635" y="481660"/>
                </a:lnTo>
                <a:lnTo>
                  <a:pt x="180581" y="478256"/>
                </a:lnTo>
                <a:lnTo>
                  <a:pt x="174396" y="477012"/>
                </a:lnTo>
                <a:lnTo>
                  <a:pt x="168211" y="478256"/>
                </a:lnTo>
                <a:lnTo>
                  <a:pt x="163156" y="481660"/>
                </a:lnTo>
                <a:lnTo>
                  <a:pt x="159753" y="486714"/>
                </a:lnTo>
                <a:lnTo>
                  <a:pt x="158496" y="492912"/>
                </a:lnTo>
                <a:lnTo>
                  <a:pt x="159753" y="499097"/>
                </a:lnTo>
                <a:lnTo>
                  <a:pt x="163156" y="504151"/>
                </a:lnTo>
                <a:lnTo>
                  <a:pt x="168211" y="507555"/>
                </a:lnTo>
                <a:lnTo>
                  <a:pt x="174396" y="508800"/>
                </a:lnTo>
                <a:lnTo>
                  <a:pt x="180581" y="507555"/>
                </a:lnTo>
                <a:lnTo>
                  <a:pt x="185635" y="504151"/>
                </a:lnTo>
                <a:lnTo>
                  <a:pt x="189039" y="499097"/>
                </a:lnTo>
                <a:lnTo>
                  <a:pt x="190296" y="492912"/>
                </a:lnTo>
                <a:close/>
              </a:path>
              <a:path w="1143000" h="1143000">
                <a:moveTo>
                  <a:pt x="190296" y="332892"/>
                </a:moveTo>
                <a:lnTo>
                  <a:pt x="189039" y="326694"/>
                </a:lnTo>
                <a:lnTo>
                  <a:pt x="185635" y="321640"/>
                </a:lnTo>
                <a:lnTo>
                  <a:pt x="180581" y="318236"/>
                </a:lnTo>
                <a:lnTo>
                  <a:pt x="174396" y="316992"/>
                </a:lnTo>
                <a:lnTo>
                  <a:pt x="168211" y="318236"/>
                </a:lnTo>
                <a:lnTo>
                  <a:pt x="163156" y="321640"/>
                </a:lnTo>
                <a:lnTo>
                  <a:pt x="159753" y="326694"/>
                </a:lnTo>
                <a:lnTo>
                  <a:pt x="158496" y="332892"/>
                </a:lnTo>
                <a:lnTo>
                  <a:pt x="159753" y="339077"/>
                </a:lnTo>
                <a:lnTo>
                  <a:pt x="163156" y="344131"/>
                </a:lnTo>
                <a:lnTo>
                  <a:pt x="168211" y="347535"/>
                </a:lnTo>
                <a:lnTo>
                  <a:pt x="174396" y="348780"/>
                </a:lnTo>
                <a:lnTo>
                  <a:pt x="180581" y="347535"/>
                </a:lnTo>
                <a:lnTo>
                  <a:pt x="185635" y="344131"/>
                </a:lnTo>
                <a:lnTo>
                  <a:pt x="189039" y="339077"/>
                </a:lnTo>
                <a:lnTo>
                  <a:pt x="190296" y="332892"/>
                </a:lnTo>
                <a:close/>
              </a:path>
              <a:path w="1143000" h="1143000">
                <a:moveTo>
                  <a:pt x="190296" y="174409"/>
                </a:moveTo>
                <a:lnTo>
                  <a:pt x="189039" y="168211"/>
                </a:lnTo>
                <a:lnTo>
                  <a:pt x="185635" y="163169"/>
                </a:lnTo>
                <a:lnTo>
                  <a:pt x="180581" y="159753"/>
                </a:lnTo>
                <a:lnTo>
                  <a:pt x="174396" y="158508"/>
                </a:lnTo>
                <a:lnTo>
                  <a:pt x="168211" y="159753"/>
                </a:lnTo>
                <a:lnTo>
                  <a:pt x="163156" y="163169"/>
                </a:lnTo>
                <a:lnTo>
                  <a:pt x="159753" y="168211"/>
                </a:lnTo>
                <a:lnTo>
                  <a:pt x="158496" y="174409"/>
                </a:lnTo>
                <a:lnTo>
                  <a:pt x="159753" y="180594"/>
                </a:lnTo>
                <a:lnTo>
                  <a:pt x="163156" y="185648"/>
                </a:lnTo>
                <a:lnTo>
                  <a:pt x="168211" y="189052"/>
                </a:lnTo>
                <a:lnTo>
                  <a:pt x="174396" y="190296"/>
                </a:lnTo>
                <a:lnTo>
                  <a:pt x="180581" y="189052"/>
                </a:lnTo>
                <a:lnTo>
                  <a:pt x="185635" y="185648"/>
                </a:lnTo>
                <a:lnTo>
                  <a:pt x="189039" y="180594"/>
                </a:lnTo>
                <a:lnTo>
                  <a:pt x="190296" y="174409"/>
                </a:lnTo>
                <a:close/>
              </a:path>
              <a:path w="1143000" h="1143000">
                <a:moveTo>
                  <a:pt x="190296" y="15900"/>
                </a:moveTo>
                <a:lnTo>
                  <a:pt x="189039" y="9702"/>
                </a:lnTo>
                <a:lnTo>
                  <a:pt x="185635" y="4660"/>
                </a:lnTo>
                <a:lnTo>
                  <a:pt x="180581" y="1244"/>
                </a:lnTo>
                <a:lnTo>
                  <a:pt x="174396" y="0"/>
                </a:lnTo>
                <a:lnTo>
                  <a:pt x="168211" y="1244"/>
                </a:lnTo>
                <a:lnTo>
                  <a:pt x="163156" y="4660"/>
                </a:lnTo>
                <a:lnTo>
                  <a:pt x="159753" y="9702"/>
                </a:lnTo>
                <a:lnTo>
                  <a:pt x="158496" y="15900"/>
                </a:lnTo>
                <a:lnTo>
                  <a:pt x="159753" y="22085"/>
                </a:lnTo>
                <a:lnTo>
                  <a:pt x="163156" y="27139"/>
                </a:lnTo>
                <a:lnTo>
                  <a:pt x="168211" y="30543"/>
                </a:lnTo>
                <a:lnTo>
                  <a:pt x="174396" y="31788"/>
                </a:lnTo>
                <a:lnTo>
                  <a:pt x="180581" y="30543"/>
                </a:lnTo>
                <a:lnTo>
                  <a:pt x="185635" y="27139"/>
                </a:lnTo>
                <a:lnTo>
                  <a:pt x="189039" y="22085"/>
                </a:lnTo>
                <a:lnTo>
                  <a:pt x="190296" y="15900"/>
                </a:lnTo>
                <a:close/>
              </a:path>
              <a:path w="1143000" h="1143000">
                <a:moveTo>
                  <a:pt x="348792" y="1126896"/>
                </a:moveTo>
                <a:lnTo>
                  <a:pt x="347535" y="1120698"/>
                </a:lnTo>
                <a:lnTo>
                  <a:pt x="344131" y="1115644"/>
                </a:lnTo>
                <a:lnTo>
                  <a:pt x="339077" y="1112240"/>
                </a:lnTo>
                <a:lnTo>
                  <a:pt x="332892" y="1110996"/>
                </a:lnTo>
                <a:lnTo>
                  <a:pt x="326707" y="1112240"/>
                </a:lnTo>
                <a:lnTo>
                  <a:pt x="321652" y="1115644"/>
                </a:lnTo>
                <a:lnTo>
                  <a:pt x="318249" y="1120698"/>
                </a:lnTo>
                <a:lnTo>
                  <a:pt x="316992" y="1126896"/>
                </a:lnTo>
                <a:lnTo>
                  <a:pt x="318249" y="1133081"/>
                </a:lnTo>
                <a:lnTo>
                  <a:pt x="321652" y="1138135"/>
                </a:lnTo>
                <a:lnTo>
                  <a:pt x="326707" y="1141539"/>
                </a:lnTo>
                <a:lnTo>
                  <a:pt x="332892" y="1142784"/>
                </a:lnTo>
                <a:lnTo>
                  <a:pt x="339077" y="1141539"/>
                </a:lnTo>
                <a:lnTo>
                  <a:pt x="344131" y="1138135"/>
                </a:lnTo>
                <a:lnTo>
                  <a:pt x="347535" y="1133081"/>
                </a:lnTo>
                <a:lnTo>
                  <a:pt x="348792" y="1126896"/>
                </a:lnTo>
                <a:close/>
              </a:path>
              <a:path w="1143000" h="1143000">
                <a:moveTo>
                  <a:pt x="348792" y="968400"/>
                </a:moveTo>
                <a:lnTo>
                  <a:pt x="347535" y="962202"/>
                </a:lnTo>
                <a:lnTo>
                  <a:pt x="344131" y="957148"/>
                </a:lnTo>
                <a:lnTo>
                  <a:pt x="339077" y="953744"/>
                </a:lnTo>
                <a:lnTo>
                  <a:pt x="332892" y="952500"/>
                </a:lnTo>
                <a:lnTo>
                  <a:pt x="326707" y="953744"/>
                </a:lnTo>
                <a:lnTo>
                  <a:pt x="321652" y="957148"/>
                </a:lnTo>
                <a:lnTo>
                  <a:pt x="318249" y="962202"/>
                </a:lnTo>
                <a:lnTo>
                  <a:pt x="316992" y="968400"/>
                </a:lnTo>
                <a:lnTo>
                  <a:pt x="318249" y="974585"/>
                </a:lnTo>
                <a:lnTo>
                  <a:pt x="321652" y="979639"/>
                </a:lnTo>
                <a:lnTo>
                  <a:pt x="326707" y="983043"/>
                </a:lnTo>
                <a:lnTo>
                  <a:pt x="332892" y="984288"/>
                </a:lnTo>
                <a:lnTo>
                  <a:pt x="339077" y="983043"/>
                </a:lnTo>
                <a:lnTo>
                  <a:pt x="344131" y="979639"/>
                </a:lnTo>
                <a:lnTo>
                  <a:pt x="347535" y="974585"/>
                </a:lnTo>
                <a:lnTo>
                  <a:pt x="348792" y="968400"/>
                </a:lnTo>
                <a:close/>
              </a:path>
              <a:path w="1143000" h="1143000">
                <a:moveTo>
                  <a:pt x="348792" y="809904"/>
                </a:moveTo>
                <a:lnTo>
                  <a:pt x="347535" y="803706"/>
                </a:lnTo>
                <a:lnTo>
                  <a:pt x="344131" y="798652"/>
                </a:lnTo>
                <a:lnTo>
                  <a:pt x="339077" y="795248"/>
                </a:lnTo>
                <a:lnTo>
                  <a:pt x="332892" y="794004"/>
                </a:lnTo>
                <a:lnTo>
                  <a:pt x="326707" y="795248"/>
                </a:lnTo>
                <a:lnTo>
                  <a:pt x="321652" y="798652"/>
                </a:lnTo>
                <a:lnTo>
                  <a:pt x="318249" y="803706"/>
                </a:lnTo>
                <a:lnTo>
                  <a:pt x="316992" y="809904"/>
                </a:lnTo>
                <a:lnTo>
                  <a:pt x="318249" y="816089"/>
                </a:lnTo>
                <a:lnTo>
                  <a:pt x="321652" y="821143"/>
                </a:lnTo>
                <a:lnTo>
                  <a:pt x="326707" y="824547"/>
                </a:lnTo>
                <a:lnTo>
                  <a:pt x="332892" y="825792"/>
                </a:lnTo>
                <a:lnTo>
                  <a:pt x="339077" y="824547"/>
                </a:lnTo>
                <a:lnTo>
                  <a:pt x="344131" y="821143"/>
                </a:lnTo>
                <a:lnTo>
                  <a:pt x="347535" y="816089"/>
                </a:lnTo>
                <a:lnTo>
                  <a:pt x="348792" y="809904"/>
                </a:lnTo>
                <a:close/>
              </a:path>
              <a:path w="1143000" h="1143000">
                <a:moveTo>
                  <a:pt x="348792" y="651408"/>
                </a:moveTo>
                <a:lnTo>
                  <a:pt x="347535" y="645210"/>
                </a:lnTo>
                <a:lnTo>
                  <a:pt x="344131" y="640156"/>
                </a:lnTo>
                <a:lnTo>
                  <a:pt x="339077" y="636752"/>
                </a:lnTo>
                <a:lnTo>
                  <a:pt x="332892" y="635508"/>
                </a:lnTo>
                <a:lnTo>
                  <a:pt x="326707" y="636752"/>
                </a:lnTo>
                <a:lnTo>
                  <a:pt x="321652" y="640156"/>
                </a:lnTo>
                <a:lnTo>
                  <a:pt x="318249" y="645210"/>
                </a:lnTo>
                <a:lnTo>
                  <a:pt x="316992" y="651408"/>
                </a:lnTo>
                <a:lnTo>
                  <a:pt x="318249" y="657593"/>
                </a:lnTo>
                <a:lnTo>
                  <a:pt x="321652" y="662647"/>
                </a:lnTo>
                <a:lnTo>
                  <a:pt x="326707" y="666051"/>
                </a:lnTo>
                <a:lnTo>
                  <a:pt x="332892" y="667296"/>
                </a:lnTo>
                <a:lnTo>
                  <a:pt x="339077" y="666051"/>
                </a:lnTo>
                <a:lnTo>
                  <a:pt x="344131" y="662647"/>
                </a:lnTo>
                <a:lnTo>
                  <a:pt x="347535" y="657593"/>
                </a:lnTo>
                <a:lnTo>
                  <a:pt x="348792" y="651408"/>
                </a:lnTo>
                <a:close/>
              </a:path>
              <a:path w="1143000" h="1143000">
                <a:moveTo>
                  <a:pt x="348792" y="492912"/>
                </a:moveTo>
                <a:lnTo>
                  <a:pt x="347535" y="486714"/>
                </a:lnTo>
                <a:lnTo>
                  <a:pt x="344131" y="481660"/>
                </a:lnTo>
                <a:lnTo>
                  <a:pt x="339077" y="478256"/>
                </a:lnTo>
                <a:lnTo>
                  <a:pt x="332892" y="477012"/>
                </a:lnTo>
                <a:lnTo>
                  <a:pt x="326707" y="478256"/>
                </a:lnTo>
                <a:lnTo>
                  <a:pt x="321652" y="481660"/>
                </a:lnTo>
                <a:lnTo>
                  <a:pt x="318249" y="486714"/>
                </a:lnTo>
                <a:lnTo>
                  <a:pt x="316992" y="492912"/>
                </a:lnTo>
                <a:lnTo>
                  <a:pt x="318249" y="499097"/>
                </a:lnTo>
                <a:lnTo>
                  <a:pt x="321652" y="504151"/>
                </a:lnTo>
                <a:lnTo>
                  <a:pt x="326707" y="507555"/>
                </a:lnTo>
                <a:lnTo>
                  <a:pt x="332892" y="508800"/>
                </a:lnTo>
                <a:lnTo>
                  <a:pt x="339077" y="507555"/>
                </a:lnTo>
                <a:lnTo>
                  <a:pt x="344131" y="504151"/>
                </a:lnTo>
                <a:lnTo>
                  <a:pt x="347535" y="499097"/>
                </a:lnTo>
                <a:lnTo>
                  <a:pt x="348792" y="492912"/>
                </a:lnTo>
                <a:close/>
              </a:path>
              <a:path w="1143000" h="1143000">
                <a:moveTo>
                  <a:pt x="348792" y="332892"/>
                </a:moveTo>
                <a:lnTo>
                  <a:pt x="347535" y="326694"/>
                </a:lnTo>
                <a:lnTo>
                  <a:pt x="344131" y="321640"/>
                </a:lnTo>
                <a:lnTo>
                  <a:pt x="339077" y="318236"/>
                </a:lnTo>
                <a:lnTo>
                  <a:pt x="332892" y="316992"/>
                </a:lnTo>
                <a:lnTo>
                  <a:pt x="326707" y="318236"/>
                </a:lnTo>
                <a:lnTo>
                  <a:pt x="321652" y="321640"/>
                </a:lnTo>
                <a:lnTo>
                  <a:pt x="318249" y="326694"/>
                </a:lnTo>
                <a:lnTo>
                  <a:pt x="316992" y="332892"/>
                </a:lnTo>
                <a:lnTo>
                  <a:pt x="318249" y="339077"/>
                </a:lnTo>
                <a:lnTo>
                  <a:pt x="321652" y="344131"/>
                </a:lnTo>
                <a:lnTo>
                  <a:pt x="326707" y="347535"/>
                </a:lnTo>
                <a:lnTo>
                  <a:pt x="332892" y="348780"/>
                </a:lnTo>
                <a:lnTo>
                  <a:pt x="339077" y="347535"/>
                </a:lnTo>
                <a:lnTo>
                  <a:pt x="344131" y="344131"/>
                </a:lnTo>
                <a:lnTo>
                  <a:pt x="347535" y="339077"/>
                </a:lnTo>
                <a:lnTo>
                  <a:pt x="348792" y="332892"/>
                </a:lnTo>
                <a:close/>
              </a:path>
              <a:path w="1143000" h="1143000">
                <a:moveTo>
                  <a:pt x="348792" y="174409"/>
                </a:moveTo>
                <a:lnTo>
                  <a:pt x="347535" y="168211"/>
                </a:lnTo>
                <a:lnTo>
                  <a:pt x="344131" y="163169"/>
                </a:lnTo>
                <a:lnTo>
                  <a:pt x="339077" y="159753"/>
                </a:lnTo>
                <a:lnTo>
                  <a:pt x="332892" y="158508"/>
                </a:lnTo>
                <a:lnTo>
                  <a:pt x="326707" y="159753"/>
                </a:lnTo>
                <a:lnTo>
                  <a:pt x="321652" y="163169"/>
                </a:lnTo>
                <a:lnTo>
                  <a:pt x="318249" y="168211"/>
                </a:lnTo>
                <a:lnTo>
                  <a:pt x="316992" y="174409"/>
                </a:lnTo>
                <a:lnTo>
                  <a:pt x="318249" y="180594"/>
                </a:lnTo>
                <a:lnTo>
                  <a:pt x="321652" y="185648"/>
                </a:lnTo>
                <a:lnTo>
                  <a:pt x="326707" y="189052"/>
                </a:lnTo>
                <a:lnTo>
                  <a:pt x="332892" y="190296"/>
                </a:lnTo>
                <a:lnTo>
                  <a:pt x="339077" y="189052"/>
                </a:lnTo>
                <a:lnTo>
                  <a:pt x="344131" y="185648"/>
                </a:lnTo>
                <a:lnTo>
                  <a:pt x="347535" y="180594"/>
                </a:lnTo>
                <a:lnTo>
                  <a:pt x="348792" y="174409"/>
                </a:lnTo>
                <a:close/>
              </a:path>
              <a:path w="1143000" h="1143000">
                <a:moveTo>
                  <a:pt x="348792" y="15900"/>
                </a:moveTo>
                <a:lnTo>
                  <a:pt x="347535" y="9702"/>
                </a:lnTo>
                <a:lnTo>
                  <a:pt x="344131" y="4660"/>
                </a:lnTo>
                <a:lnTo>
                  <a:pt x="339077" y="1244"/>
                </a:lnTo>
                <a:lnTo>
                  <a:pt x="332892" y="0"/>
                </a:lnTo>
                <a:lnTo>
                  <a:pt x="326707" y="1244"/>
                </a:lnTo>
                <a:lnTo>
                  <a:pt x="321652" y="4660"/>
                </a:lnTo>
                <a:lnTo>
                  <a:pt x="318249" y="9702"/>
                </a:lnTo>
                <a:lnTo>
                  <a:pt x="316992" y="15900"/>
                </a:lnTo>
                <a:lnTo>
                  <a:pt x="318249" y="22085"/>
                </a:lnTo>
                <a:lnTo>
                  <a:pt x="321652" y="27139"/>
                </a:lnTo>
                <a:lnTo>
                  <a:pt x="326707" y="30543"/>
                </a:lnTo>
                <a:lnTo>
                  <a:pt x="332892" y="31788"/>
                </a:lnTo>
                <a:lnTo>
                  <a:pt x="339077" y="30543"/>
                </a:lnTo>
                <a:lnTo>
                  <a:pt x="344131" y="27139"/>
                </a:lnTo>
                <a:lnTo>
                  <a:pt x="347535" y="22085"/>
                </a:lnTo>
                <a:lnTo>
                  <a:pt x="348792" y="15900"/>
                </a:lnTo>
                <a:close/>
              </a:path>
              <a:path w="1143000" h="1143000">
                <a:moveTo>
                  <a:pt x="507288" y="1126896"/>
                </a:moveTo>
                <a:lnTo>
                  <a:pt x="506031" y="1120698"/>
                </a:lnTo>
                <a:lnTo>
                  <a:pt x="502627" y="1115644"/>
                </a:lnTo>
                <a:lnTo>
                  <a:pt x="497573" y="1112240"/>
                </a:lnTo>
                <a:lnTo>
                  <a:pt x="491388" y="1110996"/>
                </a:lnTo>
                <a:lnTo>
                  <a:pt x="485203" y="1112240"/>
                </a:lnTo>
                <a:lnTo>
                  <a:pt x="480148" y="1115644"/>
                </a:lnTo>
                <a:lnTo>
                  <a:pt x="476745" y="1120698"/>
                </a:lnTo>
                <a:lnTo>
                  <a:pt x="475488" y="1126896"/>
                </a:lnTo>
                <a:lnTo>
                  <a:pt x="476745" y="1133081"/>
                </a:lnTo>
                <a:lnTo>
                  <a:pt x="480148" y="1138135"/>
                </a:lnTo>
                <a:lnTo>
                  <a:pt x="485203" y="1141539"/>
                </a:lnTo>
                <a:lnTo>
                  <a:pt x="491388" y="1142784"/>
                </a:lnTo>
                <a:lnTo>
                  <a:pt x="497573" y="1141539"/>
                </a:lnTo>
                <a:lnTo>
                  <a:pt x="502627" y="1138135"/>
                </a:lnTo>
                <a:lnTo>
                  <a:pt x="506031" y="1133081"/>
                </a:lnTo>
                <a:lnTo>
                  <a:pt x="507288" y="1126896"/>
                </a:lnTo>
                <a:close/>
              </a:path>
              <a:path w="1143000" h="1143000">
                <a:moveTo>
                  <a:pt x="507288" y="968400"/>
                </a:moveTo>
                <a:lnTo>
                  <a:pt x="506031" y="962202"/>
                </a:lnTo>
                <a:lnTo>
                  <a:pt x="502627" y="957148"/>
                </a:lnTo>
                <a:lnTo>
                  <a:pt x="497573" y="953744"/>
                </a:lnTo>
                <a:lnTo>
                  <a:pt x="491388" y="952500"/>
                </a:lnTo>
                <a:lnTo>
                  <a:pt x="485203" y="953744"/>
                </a:lnTo>
                <a:lnTo>
                  <a:pt x="480148" y="957148"/>
                </a:lnTo>
                <a:lnTo>
                  <a:pt x="476745" y="962202"/>
                </a:lnTo>
                <a:lnTo>
                  <a:pt x="475488" y="968400"/>
                </a:lnTo>
                <a:lnTo>
                  <a:pt x="476745" y="974585"/>
                </a:lnTo>
                <a:lnTo>
                  <a:pt x="480148" y="979639"/>
                </a:lnTo>
                <a:lnTo>
                  <a:pt x="485203" y="983043"/>
                </a:lnTo>
                <a:lnTo>
                  <a:pt x="491388" y="984288"/>
                </a:lnTo>
                <a:lnTo>
                  <a:pt x="497573" y="983043"/>
                </a:lnTo>
                <a:lnTo>
                  <a:pt x="502627" y="979639"/>
                </a:lnTo>
                <a:lnTo>
                  <a:pt x="506031" y="974585"/>
                </a:lnTo>
                <a:lnTo>
                  <a:pt x="507288" y="968400"/>
                </a:lnTo>
                <a:close/>
              </a:path>
              <a:path w="1143000" h="1143000">
                <a:moveTo>
                  <a:pt x="507288" y="809904"/>
                </a:moveTo>
                <a:lnTo>
                  <a:pt x="506031" y="803706"/>
                </a:lnTo>
                <a:lnTo>
                  <a:pt x="502627" y="798652"/>
                </a:lnTo>
                <a:lnTo>
                  <a:pt x="497573" y="795248"/>
                </a:lnTo>
                <a:lnTo>
                  <a:pt x="491388" y="794004"/>
                </a:lnTo>
                <a:lnTo>
                  <a:pt x="485203" y="795248"/>
                </a:lnTo>
                <a:lnTo>
                  <a:pt x="480148" y="798652"/>
                </a:lnTo>
                <a:lnTo>
                  <a:pt x="476745" y="803706"/>
                </a:lnTo>
                <a:lnTo>
                  <a:pt x="475488" y="809904"/>
                </a:lnTo>
                <a:lnTo>
                  <a:pt x="476745" y="816089"/>
                </a:lnTo>
                <a:lnTo>
                  <a:pt x="480148" y="821143"/>
                </a:lnTo>
                <a:lnTo>
                  <a:pt x="485203" y="824547"/>
                </a:lnTo>
                <a:lnTo>
                  <a:pt x="491388" y="825792"/>
                </a:lnTo>
                <a:lnTo>
                  <a:pt x="497573" y="824547"/>
                </a:lnTo>
                <a:lnTo>
                  <a:pt x="502627" y="821143"/>
                </a:lnTo>
                <a:lnTo>
                  <a:pt x="506031" y="816089"/>
                </a:lnTo>
                <a:lnTo>
                  <a:pt x="507288" y="809904"/>
                </a:lnTo>
                <a:close/>
              </a:path>
              <a:path w="1143000" h="1143000">
                <a:moveTo>
                  <a:pt x="507288" y="651408"/>
                </a:moveTo>
                <a:lnTo>
                  <a:pt x="506031" y="645210"/>
                </a:lnTo>
                <a:lnTo>
                  <a:pt x="502627" y="640156"/>
                </a:lnTo>
                <a:lnTo>
                  <a:pt x="497573" y="636752"/>
                </a:lnTo>
                <a:lnTo>
                  <a:pt x="491388" y="635508"/>
                </a:lnTo>
                <a:lnTo>
                  <a:pt x="485203" y="636752"/>
                </a:lnTo>
                <a:lnTo>
                  <a:pt x="480148" y="640156"/>
                </a:lnTo>
                <a:lnTo>
                  <a:pt x="476745" y="645210"/>
                </a:lnTo>
                <a:lnTo>
                  <a:pt x="475488" y="651408"/>
                </a:lnTo>
                <a:lnTo>
                  <a:pt x="476745" y="657593"/>
                </a:lnTo>
                <a:lnTo>
                  <a:pt x="480148" y="662647"/>
                </a:lnTo>
                <a:lnTo>
                  <a:pt x="485203" y="666051"/>
                </a:lnTo>
                <a:lnTo>
                  <a:pt x="491388" y="667296"/>
                </a:lnTo>
                <a:lnTo>
                  <a:pt x="497573" y="666051"/>
                </a:lnTo>
                <a:lnTo>
                  <a:pt x="502627" y="662647"/>
                </a:lnTo>
                <a:lnTo>
                  <a:pt x="506031" y="657593"/>
                </a:lnTo>
                <a:lnTo>
                  <a:pt x="507288" y="651408"/>
                </a:lnTo>
                <a:close/>
              </a:path>
              <a:path w="1143000" h="1143000">
                <a:moveTo>
                  <a:pt x="507288" y="492912"/>
                </a:moveTo>
                <a:lnTo>
                  <a:pt x="506031" y="486714"/>
                </a:lnTo>
                <a:lnTo>
                  <a:pt x="502627" y="481660"/>
                </a:lnTo>
                <a:lnTo>
                  <a:pt x="497573" y="478256"/>
                </a:lnTo>
                <a:lnTo>
                  <a:pt x="491388" y="477012"/>
                </a:lnTo>
                <a:lnTo>
                  <a:pt x="485203" y="478256"/>
                </a:lnTo>
                <a:lnTo>
                  <a:pt x="480148" y="481660"/>
                </a:lnTo>
                <a:lnTo>
                  <a:pt x="476745" y="486714"/>
                </a:lnTo>
                <a:lnTo>
                  <a:pt x="475488" y="492912"/>
                </a:lnTo>
                <a:lnTo>
                  <a:pt x="476745" y="499097"/>
                </a:lnTo>
                <a:lnTo>
                  <a:pt x="480148" y="504151"/>
                </a:lnTo>
                <a:lnTo>
                  <a:pt x="485203" y="507555"/>
                </a:lnTo>
                <a:lnTo>
                  <a:pt x="491388" y="508800"/>
                </a:lnTo>
                <a:lnTo>
                  <a:pt x="497573" y="507555"/>
                </a:lnTo>
                <a:lnTo>
                  <a:pt x="502627" y="504151"/>
                </a:lnTo>
                <a:lnTo>
                  <a:pt x="506031" y="499097"/>
                </a:lnTo>
                <a:lnTo>
                  <a:pt x="507288" y="492912"/>
                </a:lnTo>
                <a:close/>
              </a:path>
              <a:path w="1143000" h="1143000">
                <a:moveTo>
                  <a:pt x="507288" y="332892"/>
                </a:moveTo>
                <a:lnTo>
                  <a:pt x="506031" y="326694"/>
                </a:lnTo>
                <a:lnTo>
                  <a:pt x="502627" y="321640"/>
                </a:lnTo>
                <a:lnTo>
                  <a:pt x="497573" y="318236"/>
                </a:lnTo>
                <a:lnTo>
                  <a:pt x="491388" y="316992"/>
                </a:lnTo>
                <a:lnTo>
                  <a:pt x="485203" y="318236"/>
                </a:lnTo>
                <a:lnTo>
                  <a:pt x="480148" y="321640"/>
                </a:lnTo>
                <a:lnTo>
                  <a:pt x="476745" y="326694"/>
                </a:lnTo>
                <a:lnTo>
                  <a:pt x="475488" y="332892"/>
                </a:lnTo>
                <a:lnTo>
                  <a:pt x="476745" y="339077"/>
                </a:lnTo>
                <a:lnTo>
                  <a:pt x="480148" y="344131"/>
                </a:lnTo>
                <a:lnTo>
                  <a:pt x="485203" y="347535"/>
                </a:lnTo>
                <a:lnTo>
                  <a:pt x="491388" y="348780"/>
                </a:lnTo>
                <a:lnTo>
                  <a:pt x="497573" y="347535"/>
                </a:lnTo>
                <a:lnTo>
                  <a:pt x="502627" y="344131"/>
                </a:lnTo>
                <a:lnTo>
                  <a:pt x="506031" y="339077"/>
                </a:lnTo>
                <a:lnTo>
                  <a:pt x="507288" y="332892"/>
                </a:lnTo>
                <a:close/>
              </a:path>
              <a:path w="1143000" h="1143000">
                <a:moveTo>
                  <a:pt x="507288" y="174409"/>
                </a:moveTo>
                <a:lnTo>
                  <a:pt x="506031" y="168211"/>
                </a:lnTo>
                <a:lnTo>
                  <a:pt x="502627" y="163169"/>
                </a:lnTo>
                <a:lnTo>
                  <a:pt x="497573" y="159753"/>
                </a:lnTo>
                <a:lnTo>
                  <a:pt x="491388" y="158508"/>
                </a:lnTo>
                <a:lnTo>
                  <a:pt x="485203" y="159753"/>
                </a:lnTo>
                <a:lnTo>
                  <a:pt x="480148" y="163169"/>
                </a:lnTo>
                <a:lnTo>
                  <a:pt x="476745" y="168211"/>
                </a:lnTo>
                <a:lnTo>
                  <a:pt x="475488" y="174409"/>
                </a:lnTo>
                <a:lnTo>
                  <a:pt x="476745" y="180594"/>
                </a:lnTo>
                <a:lnTo>
                  <a:pt x="480148" y="185648"/>
                </a:lnTo>
                <a:lnTo>
                  <a:pt x="485203" y="189052"/>
                </a:lnTo>
                <a:lnTo>
                  <a:pt x="491388" y="190296"/>
                </a:lnTo>
                <a:lnTo>
                  <a:pt x="497573" y="189052"/>
                </a:lnTo>
                <a:lnTo>
                  <a:pt x="502627" y="185648"/>
                </a:lnTo>
                <a:lnTo>
                  <a:pt x="506031" y="180594"/>
                </a:lnTo>
                <a:lnTo>
                  <a:pt x="507288" y="174409"/>
                </a:lnTo>
                <a:close/>
              </a:path>
              <a:path w="1143000" h="1143000">
                <a:moveTo>
                  <a:pt x="507288" y="15900"/>
                </a:moveTo>
                <a:lnTo>
                  <a:pt x="506031" y="9702"/>
                </a:lnTo>
                <a:lnTo>
                  <a:pt x="502627" y="4660"/>
                </a:lnTo>
                <a:lnTo>
                  <a:pt x="497573" y="1244"/>
                </a:lnTo>
                <a:lnTo>
                  <a:pt x="491388" y="0"/>
                </a:lnTo>
                <a:lnTo>
                  <a:pt x="485203" y="1244"/>
                </a:lnTo>
                <a:lnTo>
                  <a:pt x="480148" y="4660"/>
                </a:lnTo>
                <a:lnTo>
                  <a:pt x="476745" y="9702"/>
                </a:lnTo>
                <a:lnTo>
                  <a:pt x="475488" y="15900"/>
                </a:lnTo>
                <a:lnTo>
                  <a:pt x="476745" y="22085"/>
                </a:lnTo>
                <a:lnTo>
                  <a:pt x="480148" y="27139"/>
                </a:lnTo>
                <a:lnTo>
                  <a:pt x="485203" y="30543"/>
                </a:lnTo>
                <a:lnTo>
                  <a:pt x="491388" y="31788"/>
                </a:lnTo>
                <a:lnTo>
                  <a:pt x="497573" y="30543"/>
                </a:lnTo>
                <a:lnTo>
                  <a:pt x="502627" y="27139"/>
                </a:lnTo>
                <a:lnTo>
                  <a:pt x="506031" y="22085"/>
                </a:lnTo>
                <a:lnTo>
                  <a:pt x="507288" y="15900"/>
                </a:lnTo>
                <a:close/>
              </a:path>
              <a:path w="1143000" h="1143000">
                <a:moveTo>
                  <a:pt x="665797" y="1126896"/>
                </a:moveTo>
                <a:lnTo>
                  <a:pt x="664603" y="1120698"/>
                </a:lnTo>
                <a:lnTo>
                  <a:pt x="661365" y="1115644"/>
                </a:lnTo>
                <a:lnTo>
                  <a:pt x="656551" y="1112240"/>
                </a:lnTo>
                <a:lnTo>
                  <a:pt x="650659" y="1110996"/>
                </a:lnTo>
                <a:lnTo>
                  <a:pt x="644766" y="1112240"/>
                </a:lnTo>
                <a:lnTo>
                  <a:pt x="639953" y="1115644"/>
                </a:lnTo>
                <a:lnTo>
                  <a:pt x="636714" y="1120698"/>
                </a:lnTo>
                <a:lnTo>
                  <a:pt x="635520" y="1126896"/>
                </a:lnTo>
                <a:lnTo>
                  <a:pt x="636714" y="1133081"/>
                </a:lnTo>
                <a:lnTo>
                  <a:pt x="639953" y="1138135"/>
                </a:lnTo>
                <a:lnTo>
                  <a:pt x="644766" y="1141539"/>
                </a:lnTo>
                <a:lnTo>
                  <a:pt x="650659" y="1142784"/>
                </a:lnTo>
                <a:lnTo>
                  <a:pt x="656551" y="1141539"/>
                </a:lnTo>
                <a:lnTo>
                  <a:pt x="661365" y="1138135"/>
                </a:lnTo>
                <a:lnTo>
                  <a:pt x="664603" y="1133081"/>
                </a:lnTo>
                <a:lnTo>
                  <a:pt x="665797" y="1126896"/>
                </a:lnTo>
                <a:close/>
              </a:path>
              <a:path w="1143000" h="1143000">
                <a:moveTo>
                  <a:pt x="665797" y="968400"/>
                </a:moveTo>
                <a:lnTo>
                  <a:pt x="664603" y="962202"/>
                </a:lnTo>
                <a:lnTo>
                  <a:pt x="661365" y="957148"/>
                </a:lnTo>
                <a:lnTo>
                  <a:pt x="656551" y="953744"/>
                </a:lnTo>
                <a:lnTo>
                  <a:pt x="650659" y="952500"/>
                </a:lnTo>
                <a:lnTo>
                  <a:pt x="644766" y="953744"/>
                </a:lnTo>
                <a:lnTo>
                  <a:pt x="639953" y="957148"/>
                </a:lnTo>
                <a:lnTo>
                  <a:pt x="636714" y="962202"/>
                </a:lnTo>
                <a:lnTo>
                  <a:pt x="635520" y="968400"/>
                </a:lnTo>
                <a:lnTo>
                  <a:pt x="636714" y="974585"/>
                </a:lnTo>
                <a:lnTo>
                  <a:pt x="639953" y="979639"/>
                </a:lnTo>
                <a:lnTo>
                  <a:pt x="644766" y="983043"/>
                </a:lnTo>
                <a:lnTo>
                  <a:pt x="650659" y="984288"/>
                </a:lnTo>
                <a:lnTo>
                  <a:pt x="656551" y="983043"/>
                </a:lnTo>
                <a:lnTo>
                  <a:pt x="661365" y="979639"/>
                </a:lnTo>
                <a:lnTo>
                  <a:pt x="664603" y="974585"/>
                </a:lnTo>
                <a:lnTo>
                  <a:pt x="665797" y="968400"/>
                </a:lnTo>
                <a:close/>
              </a:path>
              <a:path w="1143000" h="1143000">
                <a:moveTo>
                  <a:pt x="665797" y="809904"/>
                </a:moveTo>
                <a:lnTo>
                  <a:pt x="664603" y="803706"/>
                </a:lnTo>
                <a:lnTo>
                  <a:pt x="661365" y="798652"/>
                </a:lnTo>
                <a:lnTo>
                  <a:pt x="656551" y="795248"/>
                </a:lnTo>
                <a:lnTo>
                  <a:pt x="650659" y="794004"/>
                </a:lnTo>
                <a:lnTo>
                  <a:pt x="644766" y="795248"/>
                </a:lnTo>
                <a:lnTo>
                  <a:pt x="639953" y="798652"/>
                </a:lnTo>
                <a:lnTo>
                  <a:pt x="636714" y="803706"/>
                </a:lnTo>
                <a:lnTo>
                  <a:pt x="635520" y="809904"/>
                </a:lnTo>
                <a:lnTo>
                  <a:pt x="636714" y="816089"/>
                </a:lnTo>
                <a:lnTo>
                  <a:pt x="639953" y="821143"/>
                </a:lnTo>
                <a:lnTo>
                  <a:pt x="644766" y="824547"/>
                </a:lnTo>
                <a:lnTo>
                  <a:pt x="650659" y="825792"/>
                </a:lnTo>
                <a:lnTo>
                  <a:pt x="656551" y="824547"/>
                </a:lnTo>
                <a:lnTo>
                  <a:pt x="661365" y="821143"/>
                </a:lnTo>
                <a:lnTo>
                  <a:pt x="664603" y="816089"/>
                </a:lnTo>
                <a:lnTo>
                  <a:pt x="665797" y="809904"/>
                </a:lnTo>
                <a:close/>
              </a:path>
              <a:path w="1143000" h="1143000">
                <a:moveTo>
                  <a:pt x="665797" y="651408"/>
                </a:moveTo>
                <a:lnTo>
                  <a:pt x="664603" y="645210"/>
                </a:lnTo>
                <a:lnTo>
                  <a:pt x="661365" y="640156"/>
                </a:lnTo>
                <a:lnTo>
                  <a:pt x="656551" y="636752"/>
                </a:lnTo>
                <a:lnTo>
                  <a:pt x="650659" y="635508"/>
                </a:lnTo>
                <a:lnTo>
                  <a:pt x="644766" y="636752"/>
                </a:lnTo>
                <a:lnTo>
                  <a:pt x="639953" y="640156"/>
                </a:lnTo>
                <a:lnTo>
                  <a:pt x="636714" y="645210"/>
                </a:lnTo>
                <a:lnTo>
                  <a:pt x="635520" y="651408"/>
                </a:lnTo>
                <a:lnTo>
                  <a:pt x="636714" y="657593"/>
                </a:lnTo>
                <a:lnTo>
                  <a:pt x="639953" y="662647"/>
                </a:lnTo>
                <a:lnTo>
                  <a:pt x="644766" y="666051"/>
                </a:lnTo>
                <a:lnTo>
                  <a:pt x="650659" y="667296"/>
                </a:lnTo>
                <a:lnTo>
                  <a:pt x="656551" y="666051"/>
                </a:lnTo>
                <a:lnTo>
                  <a:pt x="661365" y="662647"/>
                </a:lnTo>
                <a:lnTo>
                  <a:pt x="664603" y="657593"/>
                </a:lnTo>
                <a:lnTo>
                  <a:pt x="665797" y="651408"/>
                </a:lnTo>
                <a:close/>
              </a:path>
              <a:path w="1143000" h="1143000">
                <a:moveTo>
                  <a:pt x="665797" y="492912"/>
                </a:moveTo>
                <a:lnTo>
                  <a:pt x="664603" y="486714"/>
                </a:lnTo>
                <a:lnTo>
                  <a:pt x="661365" y="481660"/>
                </a:lnTo>
                <a:lnTo>
                  <a:pt x="656551" y="478256"/>
                </a:lnTo>
                <a:lnTo>
                  <a:pt x="650659" y="477012"/>
                </a:lnTo>
                <a:lnTo>
                  <a:pt x="644766" y="478256"/>
                </a:lnTo>
                <a:lnTo>
                  <a:pt x="639953" y="481660"/>
                </a:lnTo>
                <a:lnTo>
                  <a:pt x="636714" y="486714"/>
                </a:lnTo>
                <a:lnTo>
                  <a:pt x="635520" y="492912"/>
                </a:lnTo>
                <a:lnTo>
                  <a:pt x="636714" y="499097"/>
                </a:lnTo>
                <a:lnTo>
                  <a:pt x="639953" y="504151"/>
                </a:lnTo>
                <a:lnTo>
                  <a:pt x="644766" y="507555"/>
                </a:lnTo>
                <a:lnTo>
                  <a:pt x="650659" y="508800"/>
                </a:lnTo>
                <a:lnTo>
                  <a:pt x="656551" y="507555"/>
                </a:lnTo>
                <a:lnTo>
                  <a:pt x="661365" y="504151"/>
                </a:lnTo>
                <a:lnTo>
                  <a:pt x="664603" y="499097"/>
                </a:lnTo>
                <a:lnTo>
                  <a:pt x="665797" y="492912"/>
                </a:lnTo>
                <a:close/>
              </a:path>
              <a:path w="1143000" h="1143000">
                <a:moveTo>
                  <a:pt x="665797" y="332892"/>
                </a:moveTo>
                <a:lnTo>
                  <a:pt x="664603" y="326694"/>
                </a:lnTo>
                <a:lnTo>
                  <a:pt x="661365" y="321640"/>
                </a:lnTo>
                <a:lnTo>
                  <a:pt x="656551" y="318236"/>
                </a:lnTo>
                <a:lnTo>
                  <a:pt x="650659" y="316992"/>
                </a:lnTo>
                <a:lnTo>
                  <a:pt x="644766" y="318236"/>
                </a:lnTo>
                <a:lnTo>
                  <a:pt x="639953" y="321640"/>
                </a:lnTo>
                <a:lnTo>
                  <a:pt x="636714" y="326694"/>
                </a:lnTo>
                <a:lnTo>
                  <a:pt x="635520" y="332892"/>
                </a:lnTo>
                <a:lnTo>
                  <a:pt x="636714" y="339077"/>
                </a:lnTo>
                <a:lnTo>
                  <a:pt x="639953" y="344131"/>
                </a:lnTo>
                <a:lnTo>
                  <a:pt x="644766" y="347535"/>
                </a:lnTo>
                <a:lnTo>
                  <a:pt x="650659" y="348780"/>
                </a:lnTo>
                <a:lnTo>
                  <a:pt x="656551" y="347535"/>
                </a:lnTo>
                <a:lnTo>
                  <a:pt x="661365" y="344131"/>
                </a:lnTo>
                <a:lnTo>
                  <a:pt x="664603" y="339077"/>
                </a:lnTo>
                <a:lnTo>
                  <a:pt x="665797" y="332892"/>
                </a:lnTo>
                <a:close/>
              </a:path>
              <a:path w="1143000" h="1143000">
                <a:moveTo>
                  <a:pt x="665797" y="174409"/>
                </a:moveTo>
                <a:lnTo>
                  <a:pt x="664603" y="168211"/>
                </a:lnTo>
                <a:lnTo>
                  <a:pt x="661365" y="163169"/>
                </a:lnTo>
                <a:lnTo>
                  <a:pt x="656551" y="159753"/>
                </a:lnTo>
                <a:lnTo>
                  <a:pt x="650659" y="158508"/>
                </a:lnTo>
                <a:lnTo>
                  <a:pt x="644766" y="159753"/>
                </a:lnTo>
                <a:lnTo>
                  <a:pt x="639953" y="163169"/>
                </a:lnTo>
                <a:lnTo>
                  <a:pt x="636714" y="168211"/>
                </a:lnTo>
                <a:lnTo>
                  <a:pt x="635520" y="174409"/>
                </a:lnTo>
                <a:lnTo>
                  <a:pt x="636714" y="180594"/>
                </a:lnTo>
                <a:lnTo>
                  <a:pt x="639953" y="185648"/>
                </a:lnTo>
                <a:lnTo>
                  <a:pt x="644766" y="189052"/>
                </a:lnTo>
                <a:lnTo>
                  <a:pt x="650659" y="190296"/>
                </a:lnTo>
                <a:lnTo>
                  <a:pt x="656551" y="189052"/>
                </a:lnTo>
                <a:lnTo>
                  <a:pt x="661365" y="185648"/>
                </a:lnTo>
                <a:lnTo>
                  <a:pt x="664603" y="180594"/>
                </a:lnTo>
                <a:lnTo>
                  <a:pt x="665797" y="174409"/>
                </a:lnTo>
                <a:close/>
              </a:path>
              <a:path w="1143000" h="1143000">
                <a:moveTo>
                  <a:pt x="665797" y="15900"/>
                </a:moveTo>
                <a:lnTo>
                  <a:pt x="664603" y="9702"/>
                </a:lnTo>
                <a:lnTo>
                  <a:pt x="661365" y="4660"/>
                </a:lnTo>
                <a:lnTo>
                  <a:pt x="656551" y="1244"/>
                </a:lnTo>
                <a:lnTo>
                  <a:pt x="650659" y="0"/>
                </a:lnTo>
                <a:lnTo>
                  <a:pt x="644766" y="1244"/>
                </a:lnTo>
                <a:lnTo>
                  <a:pt x="639953" y="4660"/>
                </a:lnTo>
                <a:lnTo>
                  <a:pt x="636714" y="9702"/>
                </a:lnTo>
                <a:lnTo>
                  <a:pt x="635520" y="15900"/>
                </a:lnTo>
                <a:lnTo>
                  <a:pt x="636714" y="22085"/>
                </a:lnTo>
                <a:lnTo>
                  <a:pt x="639953" y="27139"/>
                </a:lnTo>
                <a:lnTo>
                  <a:pt x="644766" y="30543"/>
                </a:lnTo>
                <a:lnTo>
                  <a:pt x="650659" y="31788"/>
                </a:lnTo>
                <a:lnTo>
                  <a:pt x="656551" y="30543"/>
                </a:lnTo>
                <a:lnTo>
                  <a:pt x="661365" y="27139"/>
                </a:lnTo>
                <a:lnTo>
                  <a:pt x="664603" y="22085"/>
                </a:lnTo>
                <a:lnTo>
                  <a:pt x="665797" y="15900"/>
                </a:lnTo>
                <a:close/>
              </a:path>
              <a:path w="1143000" h="1143000">
                <a:moveTo>
                  <a:pt x="825804" y="1126896"/>
                </a:moveTo>
                <a:lnTo>
                  <a:pt x="824547" y="1120698"/>
                </a:lnTo>
                <a:lnTo>
                  <a:pt x="821143" y="1115644"/>
                </a:lnTo>
                <a:lnTo>
                  <a:pt x="816089" y="1112240"/>
                </a:lnTo>
                <a:lnTo>
                  <a:pt x="809904" y="1110996"/>
                </a:lnTo>
                <a:lnTo>
                  <a:pt x="803719" y="1112240"/>
                </a:lnTo>
                <a:lnTo>
                  <a:pt x="798664" y="1115644"/>
                </a:lnTo>
                <a:lnTo>
                  <a:pt x="795261" y="1120698"/>
                </a:lnTo>
                <a:lnTo>
                  <a:pt x="794004" y="1126896"/>
                </a:lnTo>
                <a:lnTo>
                  <a:pt x="795261" y="1133081"/>
                </a:lnTo>
                <a:lnTo>
                  <a:pt x="798664" y="1138135"/>
                </a:lnTo>
                <a:lnTo>
                  <a:pt x="803719" y="1141539"/>
                </a:lnTo>
                <a:lnTo>
                  <a:pt x="809904" y="1142784"/>
                </a:lnTo>
                <a:lnTo>
                  <a:pt x="816089" y="1141539"/>
                </a:lnTo>
                <a:lnTo>
                  <a:pt x="821143" y="1138135"/>
                </a:lnTo>
                <a:lnTo>
                  <a:pt x="824547" y="1133081"/>
                </a:lnTo>
                <a:lnTo>
                  <a:pt x="825804" y="1126896"/>
                </a:lnTo>
                <a:close/>
              </a:path>
              <a:path w="1143000" h="1143000">
                <a:moveTo>
                  <a:pt x="825804" y="968400"/>
                </a:moveTo>
                <a:lnTo>
                  <a:pt x="824547" y="962202"/>
                </a:lnTo>
                <a:lnTo>
                  <a:pt x="821143" y="957148"/>
                </a:lnTo>
                <a:lnTo>
                  <a:pt x="816089" y="953744"/>
                </a:lnTo>
                <a:lnTo>
                  <a:pt x="809904" y="952500"/>
                </a:lnTo>
                <a:lnTo>
                  <a:pt x="803719" y="953744"/>
                </a:lnTo>
                <a:lnTo>
                  <a:pt x="798664" y="957148"/>
                </a:lnTo>
                <a:lnTo>
                  <a:pt x="795261" y="962202"/>
                </a:lnTo>
                <a:lnTo>
                  <a:pt x="794004" y="968400"/>
                </a:lnTo>
                <a:lnTo>
                  <a:pt x="795261" y="974585"/>
                </a:lnTo>
                <a:lnTo>
                  <a:pt x="798664" y="979639"/>
                </a:lnTo>
                <a:lnTo>
                  <a:pt x="803719" y="983043"/>
                </a:lnTo>
                <a:lnTo>
                  <a:pt x="809904" y="984288"/>
                </a:lnTo>
                <a:lnTo>
                  <a:pt x="816089" y="983043"/>
                </a:lnTo>
                <a:lnTo>
                  <a:pt x="821143" y="979639"/>
                </a:lnTo>
                <a:lnTo>
                  <a:pt x="824547" y="974585"/>
                </a:lnTo>
                <a:lnTo>
                  <a:pt x="825804" y="968400"/>
                </a:lnTo>
                <a:close/>
              </a:path>
              <a:path w="1143000" h="1143000">
                <a:moveTo>
                  <a:pt x="825804" y="809904"/>
                </a:moveTo>
                <a:lnTo>
                  <a:pt x="824547" y="803706"/>
                </a:lnTo>
                <a:lnTo>
                  <a:pt x="821143" y="798652"/>
                </a:lnTo>
                <a:lnTo>
                  <a:pt x="816089" y="795248"/>
                </a:lnTo>
                <a:lnTo>
                  <a:pt x="809904" y="794004"/>
                </a:lnTo>
                <a:lnTo>
                  <a:pt x="803719" y="795248"/>
                </a:lnTo>
                <a:lnTo>
                  <a:pt x="798664" y="798652"/>
                </a:lnTo>
                <a:lnTo>
                  <a:pt x="795261" y="803706"/>
                </a:lnTo>
                <a:lnTo>
                  <a:pt x="794004" y="809904"/>
                </a:lnTo>
                <a:lnTo>
                  <a:pt x="795261" y="816089"/>
                </a:lnTo>
                <a:lnTo>
                  <a:pt x="798664" y="821143"/>
                </a:lnTo>
                <a:lnTo>
                  <a:pt x="803719" y="824547"/>
                </a:lnTo>
                <a:lnTo>
                  <a:pt x="809904" y="825792"/>
                </a:lnTo>
                <a:lnTo>
                  <a:pt x="816089" y="824547"/>
                </a:lnTo>
                <a:lnTo>
                  <a:pt x="821143" y="821143"/>
                </a:lnTo>
                <a:lnTo>
                  <a:pt x="824547" y="816089"/>
                </a:lnTo>
                <a:lnTo>
                  <a:pt x="825804" y="809904"/>
                </a:lnTo>
                <a:close/>
              </a:path>
              <a:path w="1143000" h="1143000">
                <a:moveTo>
                  <a:pt x="825804" y="651408"/>
                </a:moveTo>
                <a:lnTo>
                  <a:pt x="824547" y="645210"/>
                </a:lnTo>
                <a:lnTo>
                  <a:pt x="821143" y="640156"/>
                </a:lnTo>
                <a:lnTo>
                  <a:pt x="816089" y="636752"/>
                </a:lnTo>
                <a:lnTo>
                  <a:pt x="809904" y="635508"/>
                </a:lnTo>
                <a:lnTo>
                  <a:pt x="803719" y="636752"/>
                </a:lnTo>
                <a:lnTo>
                  <a:pt x="798664" y="640156"/>
                </a:lnTo>
                <a:lnTo>
                  <a:pt x="795261" y="645210"/>
                </a:lnTo>
                <a:lnTo>
                  <a:pt x="794004" y="651408"/>
                </a:lnTo>
                <a:lnTo>
                  <a:pt x="795261" y="657593"/>
                </a:lnTo>
                <a:lnTo>
                  <a:pt x="798664" y="662647"/>
                </a:lnTo>
                <a:lnTo>
                  <a:pt x="803719" y="666051"/>
                </a:lnTo>
                <a:lnTo>
                  <a:pt x="809904" y="667296"/>
                </a:lnTo>
                <a:lnTo>
                  <a:pt x="816089" y="666051"/>
                </a:lnTo>
                <a:lnTo>
                  <a:pt x="821143" y="662647"/>
                </a:lnTo>
                <a:lnTo>
                  <a:pt x="824547" y="657593"/>
                </a:lnTo>
                <a:lnTo>
                  <a:pt x="825804" y="651408"/>
                </a:lnTo>
                <a:close/>
              </a:path>
              <a:path w="1143000" h="1143000">
                <a:moveTo>
                  <a:pt x="825804" y="492912"/>
                </a:moveTo>
                <a:lnTo>
                  <a:pt x="824547" y="486714"/>
                </a:lnTo>
                <a:lnTo>
                  <a:pt x="821143" y="481660"/>
                </a:lnTo>
                <a:lnTo>
                  <a:pt x="816089" y="478256"/>
                </a:lnTo>
                <a:lnTo>
                  <a:pt x="809904" y="477012"/>
                </a:lnTo>
                <a:lnTo>
                  <a:pt x="803719" y="478256"/>
                </a:lnTo>
                <a:lnTo>
                  <a:pt x="798664" y="481660"/>
                </a:lnTo>
                <a:lnTo>
                  <a:pt x="795261" y="486714"/>
                </a:lnTo>
                <a:lnTo>
                  <a:pt x="794004" y="492912"/>
                </a:lnTo>
                <a:lnTo>
                  <a:pt x="795261" y="499097"/>
                </a:lnTo>
                <a:lnTo>
                  <a:pt x="798664" y="504151"/>
                </a:lnTo>
                <a:lnTo>
                  <a:pt x="803719" y="507555"/>
                </a:lnTo>
                <a:lnTo>
                  <a:pt x="809904" y="508800"/>
                </a:lnTo>
                <a:lnTo>
                  <a:pt x="816089" y="507555"/>
                </a:lnTo>
                <a:lnTo>
                  <a:pt x="821143" y="504151"/>
                </a:lnTo>
                <a:lnTo>
                  <a:pt x="824547" y="499097"/>
                </a:lnTo>
                <a:lnTo>
                  <a:pt x="825804" y="492912"/>
                </a:lnTo>
                <a:close/>
              </a:path>
              <a:path w="1143000" h="1143000">
                <a:moveTo>
                  <a:pt x="825804" y="332892"/>
                </a:moveTo>
                <a:lnTo>
                  <a:pt x="824547" y="326694"/>
                </a:lnTo>
                <a:lnTo>
                  <a:pt x="821143" y="321640"/>
                </a:lnTo>
                <a:lnTo>
                  <a:pt x="816089" y="318236"/>
                </a:lnTo>
                <a:lnTo>
                  <a:pt x="809904" y="316992"/>
                </a:lnTo>
                <a:lnTo>
                  <a:pt x="803719" y="318236"/>
                </a:lnTo>
                <a:lnTo>
                  <a:pt x="798664" y="321640"/>
                </a:lnTo>
                <a:lnTo>
                  <a:pt x="795261" y="326694"/>
                </a:lnTo>
                <a:lnTo>
                  <a:pt x="794004" y="332892"/>
                </a:lnTo>
                <a:lnTo>
                  <a:pt x="795261" y="339077"/>
                </a:lnTo>
                <a:lnTo>
                  <a:pt x="798664" y="344131"/>
                </a:lnTo>
                <a:lnTo>
                  <a:pt x="803719" y="347535"/>
                </a:lnTo>
                <a:lnTo>
                  <a:pt x="809904" y="348780"/>
                </a:lnTo>
                <a:lnTo>
                  <a:pt x="816089" y="347535"/>
                </a:lnTo>
                <a:lnTo>
                  <a:pt x="821143" y="344131"/>
                </a:lnTo>
                <a:lnTo>
                  <a:pt x="824547" y="339077"/>
                </a:lnTo>
                <a:lnTo>
                  <a:pt x="825804" y="332892"/>
                </a:lnTo>
                <a:close/>
              </a:path>
              <a:path w="1143000" h="1143000">
                <a:moveTo>
                  <a:pt x="825804" y="174409"/>
                </a:moveTo>
                <a:lnTo>
                  <a:pt x="824547" y="168211"/>
                </a:lnTo>
                <a:lnTo>
                  <a:pt x="821143" y="163169"/>
                </a:lnTo>
                <a:lnTo>
                  <a:pt x="816089" y="159753"/>
                </a:lnTo>
                <a:lnTo>
                  <a:pt x="809904" y="158508"/>
                </a:lnTo>
                <a:lnTo>
                  <a:pt x="803719" y="159753"/>
                </a:lnTo>
                <a:lnTo>
                  <a:pt x="798664" y="163169"/>
                </a:lnTo>
                <a:lnTo>
                  <a:pt x="795261" y="168211"/>
                </a:lnTo>
                <a:lnTo>
                  <a:pt x="794004" y="174409"/>
                </a:lnTo>
                <a:lnTo>
                  <a:pt x="795261" y="180594"/>
                </a:lnTo>
                <a:lnTo>
                  <a:pt x="798664" y="185648"/>
                </a:lnTo>
                <a:lnTo>
                  <a:pt x="803719" y="189052"/>
                </a:lnTo>
                <a:lnTo>
                  <a:pt x="809904" y="190296"/>
                </a:lnTo>
                <a:lnTo>
                  <a:pt x="816089" y="189052"/>
                </a:lnTo>
                <a:lnTo>
                  <a:pt x="821143" y="185648"/>
                </a:lnTo>
                <a:lnTo>
                  <a:pt x="824547" y="180594"/>
                </a:lnTo>
                <a:lnTo>
                  <a:pt x="825804" y="174409"/>
                </a:lnTo>
                <a:close/>
              </a:path>
              <a:path w="1143000" h="1143000">
                <a:moveTo>
                  <a:pt x="825804" y="15900"/>
                </a:moveTo>
                <a:lnTo>
                  <a:pt x="824547" y="9702"/>
                </a:lnTo>
                <a:lnTo>
                  <a:pt x="821143" y="4660"/>
                </a:lnTo>
                <a:lnTo>
                  <a:pt x="816089" y="1244"/>
                </a:lnTo>
                <a:lnTo>
                  <a:pt x="809904" y="0"/>
                </a:lnTo>
                <a:lnTo>
                  <a:pt x="803719" y="1244"/>
                </a:lnTo>
                <a:lnTo>
                  <a:pt x="798664" y="4660"/>
                </a:lnTo>
                <a:lnTo>
                  <a:pt x="795261" y="9702"/>
                </a:lnTo>
                <a:lnTo>
                  <a:pt x="794004" y="15900"/>
                </a:lnTo>
                <a:lnTo>
                  <a:pt x="795261" y="22085"/>
                </a:lnTo>
                <a:lnTo>
                  <a:pt x="798664" y="27139"/>
                </a:lnTo>
                <a:lnTo>
                  <a:pt x="803719" y="30543"/>
                </a:lnTo>
                <a:lnTo>
                  <a:pt x="809904" y="31788"/>
                </a:lnTo>
                <a:lnTo>
                  <a:pt x="816089" y="30543"/>
                </a:lnTo>
                <a:lnTo>
                  <a:pt x="821143" y="27139"/>
                </a:lnTo>
                <a:lnTo>
                  <a:pt x="824547" y="22085"/>
                </a:lnTo>
                <a:lnTo>
                  <a:pt x="825804" y="15900"/>
                </a:lnTo>
                <a:close/>
              </a:path>
              <a:path w="1143000" h="1143000">
                <a:moveTo>
                  <a:pt x="984300" y="1126896"/>
                </a:moveTo>
                <a:lnTo>
                  <a:pt x="983043" y="1120698"/>
                </a:lnTo>
                <a:lnTo>
                  <a:pt x="979639" y="1115644"/>
                </a:lnTo>
                <a:lnTo>
                  <a:pt x="974585" y="1112240"/>
                </a:lnTo>
                <a:lnTo>
                  <a:pt x="968400" y="1110996"/>
                </a:lnTo>
                <a:lnTo>
                  <a:pt x="962215" y="1112240"/>
                </a:lnTo>
                <a:lnTo>
                  <a:pt x="957160" y="1115644"/>
                </a:lnTo>
                <a:lnTo>
                  <a:pt x="953757" y="1120698"/>
                </a:lnTo>
                <a:lnTo>
                  <a:pt x="952500" y="1126896"/>
                </a:lnTo>
                <a:lnTo>
                  <a:pt x="953757" y="1133081"/>
                </a:lnTo>
                <a:lnTo>
                  <a:pt x="957160" y="1138135"/>
                </a:lnTo>
                <a:lnTo>
                  <a:pt x="962215" y="1141539"/>
                </a:lnTo>
                <a:lnTo>
                  <a:pt x="968400" y="1142784"/>
                </a:lnTo>
                <a:lnTo>
                  <a:pt x="974585" y="1141539"/>
                </a:lnTo>
                <a:lnTo>
                  <a:pt x="979639" y="1138135"/>
                </a:lnTo>
                <a:lnTo>
                  <a:pt x="983043" y="1133081"/>
                </a:lnTo>
                <a:lnTo>
                  <a:pt x="984300" y="1126896"/>
                </a:lnTo>
                <a:close/>
              </a:path>
              <a:path w="1143000" h="1143000">
                <a:moveTo>
                  <a:pt x="984300" y="968400"/>
                </a:moveTo>
                <a:lnTo>
                  <a:pt x="983043" y="962202"/>
                </a:lnTo>
                <a:lnTo>
                  <a:pt x="979639" y="957148"/>
                </a:lnTo>
                <a:lnTo>
                  <a:pt x="974585" y="953744"/>
                </a:lnTo>
                <a:lnTo>
                  <a:pt x="968400" y="952500"/>
                </a:lnTo>
                <a:lnTo>
                  <a:pt x="962215" y="953744"/>
                </a:lnTo>
                <a:lnTo>
                  <a:pt x="957160" y="957148"/>
                </a:lnTo>
                <a:lnTo>
                  <a:pt x="953757" y="962202"/>
                </a:lnTo>
                <a:lnTo>
                  <a:pt x="952500" y="968400"/>
                </a:lnTo>
                <a:lnTo>
                  <a:pt x="953757" y="974585"/>
                </a:lnTo>
                <a:lnTo>
                  <a:pt x="957160" y="979639"/>
                </a:lnTo>
                <a:lnTo>
                  <a:pt x="962215" y="983043"/>
                </a:lnTo>
                <a:lnTo>
                  <a:pt x="968400" y="984288"/>
                </a:lnTo>
                <a:lnTo>
                  <a:pt x="974585" y="983043"/>
                </a:lnTo>
                <a:lnTo>
                  <a:pt x="979639" y="979639"/>
                </a:lnTo>
                <a:lnTo>
                  <a:pt x="983043" y="974585"/>
                </a:lnTo>
                <a:lnTo>
                  <a:pt x="984300" y="968400"/>
                </a:lnTo>
                <a:close/>
              </a:path>
              <a:path w="1143000" h="1143000">
                <a:moveTo>
                  <a:pt x="984300" y="809904"/>
                </a:moveTo>
                <a:lnTo>
                  <a:pt x="983043" y="803706"/>
                </a:lnTo>
                <a:lnTo>
                  <a:pt x="979639" y="798652"/>
                </a:lnTo>
                <a:lnTo>
                  <a:pt x="974585" y="795248"/>
                </a:lnTo>
                <a:lnTo>
                  <a:pt x="968400" y="794004"/>
                </a:lnTo>
                <a:lnTo>
                  <a:pt x="962215" y="795248"/>
                </a:lnTo>
                <a:lnTo>
                  <a:pt x="957160" y="798652"/>
                </a:lnTo>
                <a:lnTo>
                  <a:pt x="953757" y="803706"/>
                </a:lnTo>
                <a:lnTo>
                  <a:pt x="952500" y="809904"/>
                </a:lnTo>
                <a:lnTo>
                  <a:pt x="953757" y="816089"/>
                </a:lnTo>
                <a:lnTo>
                  <a:pt x="957160" y="821143"/>
                </a:lnTo>
                <a:lnTo>
                  <a:pt x="962215" y="824547"/>
                </a:lnTo>
                <a:lnTo>
                  <a:pt x="968400" y="825792"/>
                </a:lnTo>
                <a:lnTo>
                  <a:pt x="974585" y="824547"/>
                </a:lnTo>
                <a:lnTo>
                  <a:pt x="979639" y="821143"/>
                </a:lnTo>
                <a:lnTo>
                  <a:pt x="983043" y="816089"/>
                </a:lnTo>
                <a:lnTo>
                  <a:pt x="984300" y="809904"/>
                </a:lnTo>
                <a:close/>
              </a:path>
              <a:path w="1143000" h="1143000">
                <a:moveTo>
                  <a:pt x="984300" y="651408"/>
                </a:moveTo>
                <a:lnTo>
                  <a:pt x="983043" y="645210"/>
                </a:lnTo>
                <a:lnTo>
                  <a:pt x="979639" y="640156"/>
                </a:lnTo>
                <a:lnTo>
                  <a:pt x="974585" y="636752"/>
                </a:lnTo>
                <a:lnTo>
                  <a:pt x="968400" y="635508"/>
                </a:lnTo>
                <a:lnTo>
                  <a:pt x="962215" y="636752"/>
                </a:lnTo>
                <a:lnTo>
                  <a:pt x="957160" y="640156"/>
                </a:lnTo>
                <a:lnTo>
                  <a:pt x="953757" y="645210"/>
                </a:lnTo>
                <a:lnTo>
                  <a:pt x="952500" y="651408"/>
                </a:lnTo>
                <a:lnTo>
                  <a:pt x="953757" y="657593"/>
                </a:lnTo>
                <a:lnTo>
                  <a:pt x="957160" y="662647"/>
                </a:lnTo>
                <a:lnTo>
                  <a:pt x="962215" y="666051"/>
                </a:lnTo>
                <a:lnTo>
                  <a:pt x="968400" y="667296"/>
                </a:lnTo>
                <a:lnTo>
                  <a:pt x="974585" y="666051"/>
                </a:lnTo>
                <a:lnTo>
                  <a:pt x="979639" y="662647"/>
                </a:lnTo>
                <a:lnTo>
                  <a:pt x="983043" y="657593"/>
                </a:lnTo>
                <a:lnTo>
                  <a:pt x="984300" y="651408"/>
                </a:lnTo>
                <a:close/>
              </a:path>
              <a:path w="1143000" h="1143000">
                <a:moveTo>
                  <a:pt x="984300" y="492912"/>
                </a:moveTo>
                <a:lnTo>
                  <a:pt x="983043" y="486714"/>
                </a:lnTo>
                <a:lnTo>
                  <a:pt x="979639" y="481660"/>
                </a:lnTo>
                <a:lnTo>
                  <a:pt x="974585" y="478256"/>
                </a:lnTo>
                <a:lnTo>
                  <a:pt x="968400" y="477012"/>
                </a:lnTo>
                <a:lnTo>
                  <a:pt x="962215" y="478256"/>
                </a:lnTo>
                <a:lnTo>
                  <a:pt x="957160" y="481660"/>
                </a:lnTo>
                <a:lnTo>
                  <a:pt x="953757" y="486714"/>
                </a:lnTo>
                <a:lnTo>
                  <a:pt x="952500" y="492912"/>
                </a:lnTo>
                <a:lnTo>
                  <a:pt x="953757" y="499097"/>
                </a:lnTo>
                <a:lnTo>
                  <a:pt x="957160" y="504151"/>
                </a:lnTo>
                <a:lnTo>
                  <a:pt x="962215" y="507555"/>
                </a:lnTo>
                <a:lnTo>
                  <a:pt x="968400" y="508800"/>
                </a:lnTo>
                <a:lnTo>
                  <a:pt x="974585" y="507555"/>
                </a:lnTo>
                <a:lnTo>
                  <a:pt x="979639" y="504151"/>
                </a:lnTo>
                <a:lnTo>
                  <a:pt x="983043" y="499097"/>
                </a:lnTo>
                <a:lnTo>
                  <a:pt x="984300" y="492912"/>
                </a:lnTo>
                <a:close/>
              </a:path>
              <a:path w="1143000" h="1143000">
                <a:moveTo>
                  <a:pt x="984300" y="332892"/>
                </a:moveTo>
                <a:lnTo>
                  <a:pt x="983043" y="326694"/>
                </a:lnTo>
                <a:lnTo>
                  <a:pt x="979639" y="321640"/>
                </a:lnTo>
                <a:lnTo>
                  <a:pt x="974585" y="318236"/>
                </a:lnTo>
                <a:lnTo>
                  <a:pt x="968400" y="316992"/>
                </a:lnTo>
                <a:lnTo>
                  <a:pt x="962215" y="318236"/>
                </a:lnTo>
                <a:lnTo>
                  <a:pt x="957160" y="321640"/>
                </a:lnTo>
                <a:lnTo>
                  <a:pt x="953757" y="326694"/>
                </a:lnTo>
                <a:lnTo>
                  <a:pt x="952500" y="332892"/>
                </a:lnTo>
                <a:lnTo>
                  <a:pt x="953757" y="339077"/>
                </a:lnTo>
                <a:lnTo>
                  <a:pt x="957160" y="344131"/>
                </a:lnTo>
                <a:lnTo>
                  <a:pt x="962215" y="347535"/>
                </a:lnTo>
                <a:lnTo>
                  <a:pt x="968400" y="348780"/>
                </a:lnTo>
                <a:lnTo>
                  <a:pt x="974585" y="347535"/>
                </a:lnTo>
                <a:lnTo>
                  <a:pt x="979639" y="344131"/>
                </a:lnTo>
                <a:lnTo>
                  <a:pt x="983043" y="339077"/>
                </a:lnTo>
                <a:lnTo>
                  <a:pt x="984300" y="332892"/>
                </a:lnTo>
                <a:close/>
              </a:path>
              <a:path w="1143000" h="1143000">
                <a:moveTo>
                  <a:pt x="984300" y="174409"/>
                </a:moveTo>
                <a:lnTo>
                  <a:pt x="983043" y="168211"/>
                </a:lnTo>
                <a:lnTo>
                  <a:pt x="979639" y="163169"/>
                </a:lnTo>
                <a:lnTo>
                  <a:pt x="974585" y="159753"/>
                </a:lnTo>
                <a:lnTo>
                  <a:pt x="968400" y="158508"/>
                </a:lnTo>
                <a:lnTo>
                  <a:pt x="962215" y="159753"/>
                </a:lnTo>
                <a:lnTo>
                  <a:pt x="957160" y="163169"/>
                </a:lnTo>
                <a:lnTo>
                  <a:pt x="953757" y="168211"/>
                </a:lnTo>
                <a:lnTo>
                  <a:pt x="952500" y="174409"/>
                </a:lnTo>
                <a:lnTo>
                  <a:pt x="953757" y="180594"/>
                </a:lnTo>
                <a:lnTo>
                  <a:pt x="957160" y="185648"/>
                </a:lnTo>
                <a:lnTo>
                  <a:pt x="962215" y="189052"/>
                </a:lnTo>
                <a:lnTo>
                  <a:pt x="968400" y="190296"/>
                </a:lnTo>
                <a:lnTo>
                  <a:pt x="974585" y="189052"/>
                </a:lnTo>
                <a:lnTo>
                  <a:pt x="979639" y="185648"/>
                </a:lnTo>
                <a:lnTo>
                  <a:pt x="983043" y="180594"/>
                </a:lnTo>
                <a:lnTo>
                  <a:pt x="984300" y="174409"/>
                </a:lnTo>
                <a:close/>
              </a:path>
              <a:path w="1143000" h="1143000">
                <a:moveTo>
                  <a:pt x="984300" y="15900"/>
                </a:moveTo>
                <a:lnTo>
                  <a:pt x="983043" y="9702"/>
                </a:lnTo>
                <a:lnTo>
                  <a:pt x="979639" y="4660"/>
                </a:lnTo>
                <a:lnTo>
                  <a:pt x="974585" y="1244"/>
                </a:lnTo>
                <a:lnTo>
                  <a:pt x="968400" y="0"/>
                </a:lnTo>
                <a:lnTo>
                  <a:pt x="962215" y="1244"/>
                </a:lnTo>
                <a:lnTo>
                  <a:pt x="957160" y="4660"/>
                </a:lnTo>
                <a:lnTo>
                  <a:pt x="953757" y="9702"/>
                </a:lnTo>
                <a:lnTo>
                  <a:pt x="952500" y="15900"/>
                </a:lnTo>
                <a:lnTo>
                  <a:pt x="953757" y="22085"/>
                </a:lnTo>
                <a:lnTo>
                  <a:pt x="957160" y="27139"/>
                </a:lnTo>
                <a:lnTo>
                  <a:pt x="962215" y="30543"/>
                </a:lnTo>
                <a:lnTo>
                  <a:pt x="968400" y="31788"/>
                </a:lnTo>
                <a:lnTo>
                  <a:pt x="974585" y="30543"/>
                </a:lnTo>
                <a:lnTo>
                  <a:pt x="979639" y="27139"/>
                </a:lnTo>
                <a:lnTo>
                  <a:pt x="983043" y="22085"/>
                </a:lnTo>
                <a:lnTo>
                  <a:pt x="984300" y="15900"/>
                </a:lnTo>
                <a:close/>
              </a:path>
              <a:path w="1143000" h="1143000">
                <a:moveTo>
                  <a:pt x="1142796" y="1126896"/>
                </a:moveTo>
                <a:lnTo>
                  <a:pt x="1141539" y="1120698"/>
                </a:lnTo>
                <a:lnTo>
                  <a:pt x="1138135" y="1115644"/>
                </a:lnTo>
                <a:lnTo>
                  <a:pt x="1133081" y="1112240"/>
                </a:lnTo>
                <a:lnTo>
                  <a:pt x="1126896" y="1110996"/>
                </a:lnTo>
                <a:lnTo>
                  <a:pt x="1120711" y="1112240"/>
                </a:lnTo>
                <a:lnTo>
                  <a:pt x="1115656" y="1115644"/>
                </a:lnTo>
                <a:lnTo>
                  <a:pt x="1112253" y="1120698"/>
                </a:lnTo>
                <a:lnTo>
                  <a:pt x="1110996" y="1126896"/>
                </a:lnTo>
                <a:lnTo>
                  <a:pt x="1112253" y="1133081"/>
                </a:lnTo>
                <a:lnTo>
                  <a:pt x="1115656" y="1138135"/>
                </a:lnTo>
                <a:lnTo>
                  <a:pt x="1120711" y="1141539"/>
                </a:lnTo>
                <a:lnTo>
                  <a:pt x="1126896" y="1142784"/>
                </a:lnTo>
                <a:lnTo>
                  <a:pt x="1133081" y="1141539"/>
                </a:lnTo>
                <a:lnTo>
                  <a:pt x="1138135" y="1138135"/>
                </a:lnTo>
                <a:lnTo>
                  <a:pt x="1141539" y="1133081"/>
                </a:lnTo>
                <a:lnTo>
                  <a:pt x="1142796" y="1126896"/>
                </a:lnTo>
                <a:close/>
              </a:path>
              <a:path w="1143000" h="1143000">
                <a:moveTo>
                  <a:pt x="1142796" y="968400"/>
                </a:moveTo>
                <a:lnTo>
                  <a:pt x="1141539" y="962202"/>
                </a:lnTo>
                <a:lnTo>
                  <a:pt x="1138135" y="957148"/>
                </a:lnTo>
                <a:lnTo>
                  <a:pt x="1133081" y="953744"/>
                </a:lnTo>
                <a:lnTo>
                  <a:pt x="1126896" y="952500"/>
                </a:lnTo>
                <a:lnTo>
                  <a:pt x="1120711" y="953744"/>
                </a:lnTo>
                <a:lnTo>
                  <a:pt x="1115656" y="957148"/>
                </a:lnTo>
                <a:lnTo>
                  <a:pt x="1112253" y="962202"/>
                </a:lnTo>
                <a:lnTo>
                  <a:pt x="1110996" y="968400"/>
                </a:lnTo>
                <a:lnTo>
                  <a:pt x="1112253" y="974585"/>
                </a:lnTo>
                <a:lnTo>
                  <a:pt x="1115656" y="979639"/>
                </a:lnTo>
                <a:lnTo>
                  <a:pt x="1120711" y="983043"/>
                </a:lnTo>
                <a:lnTo>
                  <a:pt x="1126896" y="984288"/>
                </a:lnTo>
                <a:lnTo>
                  <a:pt x="1133081" y="983043"/>
                </a:lnTo>
                <a:lnTo>
                  <a:pt x="1138135" y="979639"/>
                </a:lnTo>
                <a:lnTo>
                  <a:pt x="1141539" y="974585"/>
                </a:lnTo>
                <a:lnTo>
                  <a:pt x="1142796" y="968400"/>
                </a:lnTo>
                <a:close/>
              </a:path>
              <a:path w="1143000" h="1143000">
                <a:moveTo>
                  <a:pt x="1142796" y="809904"/>
                </a:moveTo>
                <a:lnTo>
                  <a:pt x="1141539" y="803706"/>
                </a:lnTo>
                <a:lnTo>
                  <a:pt x="1138135" y="798652"/>
                </a:lnTo>
                <a:lnTo>
                  <a:pt x="1133081" y="795248"/>
                </a:lnTo>
                <a:lnTo>
                  <a:pt x="1126896" y="794004"/>
                </a:lnTo>
                <a:lnTo>
                  <a:pt x="1120711" y="795248"/>
                </a:lnTo>
                <a:lnTo>
                  <a:pt x="1115656" y="798652"/>
                </a:lnTo>
                <a:lnTo>
                  <a:pt x="1112253" y="803706"/>
                </a:lnTo>
                <a:lnTo>
                  <a:pt x="1110996" y="809904"/>
                </a:lnTo>
                <a:lnTo>
                  <a:pt x="1112253" y="816089"/>
                </a:lnTo>
                <a:lnTo>
                  <a:pt x="1115656" y="821143"/>
                </a:lnTo>
                <a:lnTo>
                  <a:pt x="1120711" y="824547"/>
                </a:lnTo>
                <a:lnTo>
                  <a:pt x="1126896" y="825792"/>
                </a:lnTo>
                <a:lnTo>
                  <a:pt x="1133081" y="824547"/>
                </a:lnTo>
                <a:lnTo>
                  <a:pt x="1138135" y="821143"/>
                </a:lnTo>
                <a:lnTo>
                  <a:pt x="1141539" y="816089"/>
                </a:lnTo>
                <a:lnTo>
                  <a:pt x="1142796" y="809904"/>
                </a:lnTo>
                <a:close/>
              </a:path>
              <a:path w="1143000" h="1143000">
                <a:moveTo>
                  <a:pt x="1142796" y="651408"/>
                </a:moveTo>
                <a:lnTo>
                  <a:pt x="1141539" y="645210"/>
                </a:lnTo>
                <a:lnTo>
                  <a:pt x="1138135" y="640156"/>
                </a:lnTo>
                <a:lnTo>
                  <a:pt x="1133081" y="636752"/>
                </a:lnTo>
                <a:lnTo>
                  <a:pt x="1126896" y="635508"/>
                </a:lnTo>
                <a:lnTo>
                  <a:pt x="1120711" y="636752"/>
                </a:lnTo>
                <a:lnTo>
                  <a:pt x="1115656" y="640156"/>
                </a:lnTo>
                <a:lnTo>
                  <a:pt x="1112253" y="645210"/>
                </a:lnTo>
                <a:lnTo>
                  <a:pt x="1110996" y="651408"/>
                </a:lnTo>
                <a:lnTo>
                  <a:pt x="1112253" y="657593"/>
                </a:lnTo>
                <a:lnTo>
                  <a:pt x="1115656" y="662647"/>
                </a:lnTo>
                <a:lnTo>
                  <a:pt x="1120711" y="666051"/>
                </a:lnTo>
                <a:lnTo>
                  <a:pt x="1126896" y="667296"/>
                </a:lnTo>
                <a:lnTo>
                  <a:pt x="1133081" y="666051"/>
                </a:lnTo>
                <a:lnTo>
                  <a:pt x="1138135" y="662647"/>
                </a:lnTo>
                <a:lnTo>
                  <a:pt x="1141539" y="657593"/>
                </a:lnTo>
                <a:lnTo>
                  <a:pt x="1142796" y="651408"/>
                </a:lnTo>
                <a:close/>
              </a:path>
              <a:path w="1143000" h="1143000">
                <a:moveTo>
                  <a:pt x="1142796" y="492912"/>
                </a:moveTo>
                <a:lnTo>
                  <a:pt x="1141539" y="486714"/>
                </a:lnTo>
                <a:lnTo>
                  <a:pt x="1138135" y="481660"/>
                </a:lnTo>
                <a:lnTo>
                  <a:pt x="1133081" y="478256"/>
                </a:lnTo>
                <a:lnTo>
                  <a:pt x="1126896" y="477012"/>
                </a:lnTo>
                <a:lnTo>
                  <a:pt x="1120711" y="478256"/>
                </a:lnTo>
                <a:lnTo>
                  <a:pt x="1115656" y="481660"/>
                </a:lnTo>
                <a:lnTo>
                  <a:pt x="1112253" y="486714"/>
                </a:lnTo>
                <a:lnTo>
                  <a:pt x="1110996" y="492912"/>
                </a:lnTo>
                <a:lnTo>
                  <a:pt x="1112253" y="499097"/>
                </a:lnTo>
                <a:lnTo>
                  <a:pt x="1115656" y="504151"/>
                </a:lnTo>
                <a:lnTo>
                  <a:pt x="1120711" y="507555"/>
                </a:lnTo>
                <a:lnTo>
                  <a:pt x="1126896" y="508800"/>
                </a:lnTo>
                <a:lnTo>
                  <a:pt x="1133081" y="507555"/>
                </a:lnTo>
                <a:lnTo>
                  <a:pt x="1138135" y="504151"/>
                </a:lnTo>
                <a:lnTo>
                  <a:pt x="1141539" y="499097"/>
                </a:lnTo>
                <a:lnTo>
                  <a:pt x="1142796" y="492912"/>
                </a:lnTo>
                <a:close/>
              </a:path>
              <a:path w="1143000" h="1143000">
                <a:moveTo>
                  <a:pt x="1142796" y="332892"/>
                </a:moveTo>
                <a:lnTo>
                  <a:pt x="1141539" y="326694"/>
                </a:lnTo>
                <a:lnTo>
                  <a:pt x="1138135" y="321640"/>
                </a:lnTo>
                <a:lnTo>
                  <a:pt x="1133081" y="318236"/>
                </a:lnTo>
                <a:lnTo>
                  <a:pt x="1126896" y="316992"/>
                </a:lnTo>
                <a:lnTo>
                  <a:pt x="1120711" y="318236"/>
                </a:lnTo>
                <a:lnTo>
                  <a:pt x="1115656" y="321640"/>
                </a:lnTo>
                <a:lnTo>
                  <a:pt x="1112253" y="326694"/>
                </a:lnTo>
                <a:lnTo>
                  <a:pt x="1110996" y="332892"/>
                </a:lnTo>
                <a:lnTo>
                  <a:pt x="1112253" y="339077"/>
                </a:lnTo>
                <a:lnTo>
                  <a:pt x="1115656" y="344131"/>
                </a:lnTo>
                <a:lnTo>
                  <a:pt x="1120711" y="347535"/>
                </a:lnTo>
                <a:lnTo>
                  <a:pt x="1126896" y="348780"/>
                </a:lnTo>
                <a:lnTo>
                  <a:pt x="1133081" y="347535"/>
                </a:lnTo>
                <a:lnTo>
                  <a:pt x="1138135" y="344131"/>
                </a:lnTo>
                <a:lnTo>
                  <a:pt x="1141539" y="339077"/>
                </a:lnTo>
                <a:lnTo>
                  <a:pt x="1142796" y="332892"/>
                </a:lnTo>
                <a:close/>
              </a:path>
              <a:path w="1143000" h="1143000">
                <a:moveTo>
                  <a:pt x="1142796" y="174409"/>
                </a:moveTo>
                <a:lnTo>
                  <a:pt x="1141539" y="168211"/>
                </a:lnTo>
                <a:lnTo>
                  <a:pt x="1138135" y="163169"/>
                </a:lnTo>
                <a:lnTo>
                  <a:pt x="1133081" y="159753"/>
                </a:lnTo>
                <a:lnTo>
                  <a:pt x="1126896" y="158508"/>
                </a:lnTo>
                <a:lnTo>
                  <a:pt x="1120711" y="159753"/>
                </a:lnTo>
                <a:lnTo>
                  <a:pt x="1115656" y="163169"/>
                </a:lnTo>
                <a:lnTo>
                  <a:pt x="1112253" y="168211"/>
                </a:lnTo>
                <a:lnTo>
                  <a:pt x="1110996" y="174409"/>
                </a:lnTo>
                <a:lnTo>
                  <a:pt x="1112253" y="180594"/>
                </a:lnTo>
                <a:lnTo>
                  <a:pt x="1115656" y="185648"/>
                </a:lnTo>
                <a:lnTo>
                  <a:pt x="1120711" y="189052"/>
                </a:lnTo>
                <a:lnTo>
                  <a:pt x="1126896" y="190296"/>
                </a:lnTo>
                <a:lnTo>
                  <a:pt x="1133081" y="189052"/>
                </a:lnTo>
                <a:lnTo>
                  <a:pt x="1138135" y="185648"/>
                </a:lnTo>
                <a:lnTo>
                  <a:pt x="1141539" y="180594"/>
                </a:lnTo>
                <a:lnTo>
                  <a:pt x="1142796" y="174409"/>
                </a:lnTo>
                <a:close/>
              </a:path>
              <a:path w="1143000" h="1143000">
                <a:moveTo>
                  <a:pt x="1142796" y="15900"/>
                </a:moveTo>
                <a:lnTo>
                  <a:pt x="1141539" y="9702"/>
                </a:lnTo>
                <a:lnTo>
                  <a:pt x="1138135" y="4660"/>
                </a:lnTo>
                <a:lnTo>
                  <a:pt x="1133081" y="1244"/>
                </a:lnTo>
                <a:lnTo>
                  <a:pt x="1126896" y="0"/>
                </a:lnTo>
                <a:lnTo>
                  <a:pt x="1120711" y="1244"/>
                </a:lnTo>
                <a:lnTo>
                  <a:pt x="1115656" y="4660"/>
                </a:lnTo>
                <a:lnTo>
                  <a:pt x="1112253" y="9702"/>
                </a:lnTo>
                <a:lnTo>
                  <a:pt x="1110996" y="15900"/>
                </a:lnTo>
                <a:lnTo>
                  <a:pt x="1112253" y="22085"/>
                </a:lnTo>
                <a:lnTo>
                  <a:pt x="1115656" y="27139"/>
                </a:lnTo>
                <a:lnTo>
                  <a:pt x="1120711" y="30543"/>
                </a:lnTo>
                <a:lnTo>
                  <a:pt x="1126896" y="31788"/>
                </a:lnTo>
                <a:lnTo>
                  <a:pt x="1133081" y="30543"/>
                </a:lnTo>
                <a:lnTo>
                  <a:pt x="1138135" y="27139"/>
                </a:lnTo>
                <a:lnTo>
                  <a:pt x="1141539" y="22085"/>
                </a:lnTo>
                <a:lnTo>
                  <a:pt x="1142796" y="15900"/>
                </a:lnTo>
                <a:close/>
              </a:path>
            </a:pathLst>
          </a:custGeom>
          <a:solidFill>
            <a:srgbClr val="333333"/>
          </a:solidFill>
        </p:spPr>
        <p:txBody>
          <a:bodyPr wrap="square" lIns="0" tIns="0" rIns="0" bIns="0" rtlCol="0"/>
          <a:lstStyle/>
          <a:p>
            <a:endParaRPr/>
          </a:p>
        </p:txBody>
      </p:sp>
      <p:grpSp>
        <p:nvGrpSpPr>
          <p:cNvPr id="10" name="Agrupar 9">
            <a:extLst>
              <a:ext uri="{FF2B5EF4-FFF2-40B4-BE49-F238E27FC236}">
                <a16:creationId xmlns:a16="http://schemas.microsoft.com/office/drawing/2014/main" id="{3B5943E8-68CE-4451-A8FF-5651E24BA111}"/>
              </a:ext>
            </a:extLst>
          </p:cNvPr>
          <p:cNvGrpSpPr/>
          <p:nvPr/>
        </p:nvGrpSpPr>
        <p:grpSpPr>
          <a:xfrm>
            <a:off x="9787183" y="6131461"/>
            <a:ext cx="2239011" cy="571500"/>
            <a:chOff x="9317735" y="5650991"/>
            <a:chExt cx="2239011" cy="571500"/>
          </a:xfrm>
        </p:grpSpPr>
        <p:sp>
          <p:nvSpPr>
            <p:cNvPr id="11" name="bg object 17">
              <a:extLst>
                <a:ext uri="{FF2B5EF4-FFF2-40B4-BE49-F238E27FC236}">
                  <a16:creationId xmlns:a16="http://schemas.microsoft.com/office/drawing/2014/main" id="{C4E12F67-9BC0-4B6C-ABA5-44A013F67CDD}"/>
                </a:ext>
              </a:extLst>
            </p:cNvPr>
            <p:cNvSpPr/>
            <p:nvPr/>
          </p:nvSpPr>
          <p:spPr>
            <a:xfrm>
              <a:off x="9317735" y="5650991"/>
              <a:ext cx="2239010" cy="571500"/>
            </a:xfrm>
            <a:custGeom>
              <a:avLst/>
              <a:gdLst/>
              <a:ahLst/>
              <a:cxnLst/>
              <a:rect l="l" t="t" r="r" b="b"/>
              <a:pathLst>
                <a:path w="2239009" h="571500">
                  <a:moveTo>
                    <a:pt x="2238629" y="0"/>
                  </a:moveTo>
                  <a:lnTo>
                    <a:pt x="0" y="0"/>
                  </a:lnTo>
                  <a:lnTo>
                    <a:pt x="0" y="571144"/>
                  </a:lnTo>
                  <a:lnTo>
                    <a:pt x="2238629" y="571144"/>
                  </a:lnTo>
                  <a:lnTo>
                    <a:pt x="2238629" y="0"/>
                  </a:lnTo>
                  <a:close/>
                </a:path>
              </a:pathLst>
            </a:custGeom>
            <a:solidFill>
              <a:srgbClr val="E11013"/>
            </a:solidFill>
          </p:spPr>
          <p:txBody>
            <a:bodyPr wrap="square" lIns="0" tIns="0" rIns="0" bIns="0" rtlCol="0"/>
            <a:lstStyle/>
            <a:p>
              <a:endParaRPr/>
            </a:p>
          </p:txBody>
        </p:sp>
        <p:sp>
          <p:nvSpPr>
            <p:cNvPr id="12" name="bg object 18">
              <a:extLst>
                <a:ext uri="{FF2B5EF4-FFF2-40B4-BE49-F238E27FC236}">
                  <a16:creationId xmlns:a16="http://schemas.microsoft.com/office/drawing/2014/main" id="{FA9AF44D-847B-453C-B7BC-33B0DC8975D0}"/>
                </a:ext>
              </a:extLst>
            </p:cNvPr>
            <p:cNvSpPr/>
            <p:nvPr/>
          </p:nvSpPr>
          <p:spPr>
            <a:xfrm>
              <a:off x="9317736" y="5724156"/>
              <a:ext cx="2239010" cy="425450"/>
            </a:xfrm>
            <a:custGeom>
              <a:avLst/>
              <a:gdLst/>
              <a:ahLst/>
              <a:cxnLst/>
              <a:rect l="l" t="t" r="r" b="b"/>
              <a:pathLst>
                <a:path w="2239009" h="425450">
                  <a:moveTo>
                    <a:pt x="120230" y="401256"/>
                  </a:moveTo>
                  <a:lnTo>
                    <a:pt x="0" y="401256"/>
                  </a:lnTo>
                  <a:lnTo>
                    <a:pt x="0" y="416331"/>
                  </a:lnTo>
                  <a:lnTo>
                    <a:pt x="120230" y="416331"/>
                  </a:lnTo>
                  <a:lnTo>
                    <a:pt x="120230" y="401256"/>
                  </a:lnTo>
                  <a:close/>
                </a:path>
                <a:path w="2239009" h="425450">
                  <a:moveTo>
                    <a:pt x="120230" y="304888"/>
                  </a:moveTo>
                  <a:lnTo>
                    <a:pt x="0" y="304888"/>
                  </a:lnTo>
                  <a:lnTo>
                    <a:pt x="0" y="319951"/>
                  </a:lnTo>
                  <a:lnTo>
                    <a:pt x="120230" y="319951"/>
                  </a:lnTo>
                  <a:lnTo>
                    <a:pt x="120230" y="304888"/>
                  </a:lnTo>
                  <a:close/>
                </a:path>
                <a:path w="2239009" h="425450">
                  <a:moveTo>
                    <a:pt x="120230" y="204901"/>
                  </a:moveTo>
                  <a:lnTo>
                    <a:pt x="0" y="204901"/>
                  </a:lnTo>
                  <a:lnTo>
                    <a:pt x="0" y="219964"/>
                  </a:lnTo>
                  <a:lnTo>
                    <a:pt x="120230" y="219964"/>
                  </a:lnTo>
                  <a:lnTo>
                    <a:pt x="120230" y="204901"/>
                  </a:lnTo>
                  <a:close/>
                </a:path>
                <a:path w="2239009" h="425450">
                  <a:moveTo>
                    <a:pt x="120230" y="106260"/>
                  </a:moveTo>
                  <a:lnTo>
                    <a:pt x="0" y="106260"/>
                  </a:lnTo>
                  <a:lnTo>
                    <a:pt x="0" y="121335"/>
                  </a:lnTo>
                  <a:lnTo>
                    <a:pt x="120230" y="121335"/>
                  </a:lnTo>
                  <a:lnTo>
                    <a:pt x="120230" y="106260"/>
                  </a:lnTo>
                  <a:close/>
                </a:path>
                <a:path w="2239009" h="425450">
                  <a:moveTo>
                    <a:pt x="120230" y="10185"/>
                  </a:moveTo>
                  <a:lnTo>
                    <a:pt x="0" y="10185"/>
                  </a:lnTo>
                  <a:lnTo>
                    <a:pt x="0" y="25234"/>
                  </a:lnTo>
                  <a:lnTo>
                    <a:pt x="120230" y="25234"/>
                  </a:lnTo>
                  <a:lnTo>
                    <a:pt x="120230" y="10185"/>
                  </a:lnTo>
                  <a:close/>
                </a:path>
                <a:path w="2239009" h="425450">
                  <a:moveTo>
                    <a:pt x="550735" y="97955"/>
                  </a:moveTo>
                  <a:lnTo>
                    <a:pt x="540943" y="51308"/>
                  </a:lnTo>
                  <a:lnTo>
                    <a:pt x="509511" y="21107"/>
                  </a:lnTo>
                  <a:lnTo>
                    <a:pt x="463245" y="4851"/>
                  </a:lnTo>
                  <a:lnTo>
                    <a:pt x="408952" y="0"/>
                  </a:lnTo>
                  <a:lnTo>
                    <a:pt x="380466" y="1028"/>
                  </a:lnTo>
                  <a:lnTo>
                    <a:pt x="324675" y="10452"/>
                  </a:lnTo>
                  <a:lnTo>
                    <a:pt x="274320" y="32042"/>
                  </a:lnTo>
                  <a:lnTo>
                    <a:pt x="234048" y="68656"/>
                  </a:lnTo>
                  <a:lnTo>
                    <a:pt x="208483" y="123164"/>
                  </a:lnTo>
                  <a:lnTo>
                    <a:pt x="205600" y="154749"/>
                  </a:lnTo>
                  <a:lnTo>
                    <a:pt x="211162" y="182626"/>
                  </a:lnTo>
                  <a:lnTo>
                    <a:pt x="248818" y="222618"/>
                  </a:lnTo>
                  <a:lnTo>
                    <a:pt x="308508" y="244157"/>
                  </a:lnTo>
                  <a:lnTo>
                    <a:pt x="360629" y="257708"/>
                  </a:lnTo>
                  <a:lnTo>
                    <a:pt x="380822" y="264947"/>
                  </a:lnTo>
                  <a:lnTo>
                    <a:pt x="395503" y="274332"/>
                  </a:lnTo>
                  <a:lnTo>
                    <a:pt x="403428" y="287248"/>
                  </a:lnTo>
                  <a:lnTo>
                    <a:pt x="403402" y="305092"/>
                  </a:lnTo>
                  <a:lnTo>
                    <a:pt x="394042" y="322897"/>
                  </a:lnTo>
                  <a:lnTo>
                    <a:pt x="377088" y="335597"/>
                  </a:lnTo>
                  <a:lnTo>
                    <a:pt x="356311" y="343230"/>
                  </a:lnTo>
                  <a:lnTo>
                    <a:pt x="335521" y="345757"/>
                  </a:lnTo>
                  <a:lnTo>
                    <a:pt x="308470" y="341896"/>
                  </a:lnTo>
                  <a:lnTo>
                    <a:pt x="289204" y="330517"/>
                  </a:lnTo>
                  <a:lnTo>
                    <a:pt x="279184" y="311924"/>
                  </a:lnTo>
                  <a:lnTo>
                    <a:pt x="279857" y="286448"/>
                  </a:lnTo>
                  <a:lnTo>
                    <a:pt x="167017" y="286448"/>
                  </a:lnTo>
                  <a:lnTo>
                    <a:pt x="163322" y="320370"/>
                  </a:lnTo>
                  <a:lnTo>
                    <a:pt x="166306" y="348589"/>
                  </a:lnTo>
                  <a:lnTo>
                    <a:pt x="175310" y="371589"/>
                  </a:lnTo>
                  <a:lnTo>
                    <a:pt x="208648" y="403669"/>
                  </a:lnTo>
                  <a:lnTo>
                    <a:pt x="257911" y="420255"/>
                  </a:lnTo>
                  <a:lnTo>
                    <a:pt x="317665" y="424980"/>
                  </a:lnTo>
                  <a:lnTo>
                    <a:pt x="348932" y="423456"/>
                  </a:lnTo>
                  <a:lnTo>
                    <a:pt x="408813" y="411226"/>
                  </a:lnTo>
                  <a:lnTo>
                    <a:pt x="461098" y="386473"/>
                  </a:lnTo>
                  <a:lnTo>
                    <a:pt x="500913" y="348932"/>
                  </a:lnTo>
                  <a:lnTo>
                    <a:pt x="523379" y="298323"/>
                  </a:lnTo>
                  <a:lnTo>
                    <a:pt x="526884" y="265264"/>
                  </a:lnTo>
                  <a:lnTo>
                    <a:pt x="522681" y="238925"/>
                  </a:lnTo>
                  <a:lnTo>
                    <a:pt x="476567" y="190855"/>
                  </a:lnTo>
                  <a:lnTo>
                    <a:pt x="430606" y="175171"/>
                  </a:lnTo>
                  <a:lnTo>
                    <a:pt x="384314" y="163830"/>
                  </a:lnTo>
                  <a:lnTo>
                    <a:pt x="362788" y="157302"/>
                  </a:lnTo>
                  <a:lnTo>
                    <a:pt x="343408" y="148374"/>
                  </a:lnTo>
                  <a:lnTo>
                    <a:pt x="330492" y="135318"/>
                  </a:lnTo>
                  <a:lnTo>
                    <a:pt x="328371" y="116382"/>
                  </a:lnTo>
                  <a:lnTo>
                    <a:pt x="335356" y="101968"/>
                  </a:lnTo>
                  <a:lnTo>
                    <a:pt x="348475" y="90106"/>
                  </a:lnTo>
                  <a:lnTo>
                    <a:pt x="365633" y="82054"/>
                  </a:lnTo>
                  <a:lnTo>
                    <a:pt x="384784" y="79095"/>
                  </a:lnTo>
                  <a:lnTo>
                    <a:pt x="398157" y="79933"/>
                  </a:lnTo>
                  <a:lnTo>
                    <a:pt x="425488" y="92100"/>
                  </a:lnTo>
                  <a:lnTo>
                    <a:pt x="434263" y="117119"/>
                  </a:lnTo>
                  <a:lnTo>
                    <a:pt x="432562" y="128244"/>
                  </a:lnTo>
                  <a:lnTo>
                    <a:pt x="545388" y="128244"/>
                  </a:lnTo>
                  <a:lnTo>
                    <a:pt x="550735" y="97955"/>
                  </a:lnTo>
                  <a:close/>
                </a:path>
                <a:path w="2239009" h="425450">
                  <a:moveTo>
                    <a:pt x="958367" y="8458"/>
                  </a:moveTo>
                  <a:lnTo>
                    <a:pt x="648081" y="8458"/>
                  </a:lnTo>
                  <a:lnTo>
                    <a:pt x="561479" y="416407"/>
                  </a:lnTo>
                  <a:lnTo>
                    <a:pt x="871778" y="416407"/>
                  </a:lnTo>
                  <a:lnTo>
                    <a:pt x="888606" y="337286"/>
                  </a:lnTo>
                  <a:lnTo>
                    <a:pt x="691134" y="337286"/>
                  </a:lnTo>
                  <a:lnTo>
                    <a:pt x="709472" y="250837"/>
                  </a:lnTo>
                  <a:lnTo>
                    <a:pt x="891133" y="250837"/>
                  </a:lnTo>
                  <a:lnTo>
                    <a:pt x="907872" y="171780"/>
                  </a:lnTo>
                  <a:lnTo>
                    <a:pt x="726198" y="171780"/>
                  </a:lnTo>
                  <a:lnTo>
                    <a:pt x="744067" y="87566"/>
                  </a:lnTo>
                  <a:lnTo>
                    <a:pt x="941539" y="87566"/>
                  </a:lnTo>
                  <a:lnTo>
                    <a:pt x="958367" y="8458"/>
                  </a:lnTo>
                  <a:close/>
                </a:path>
                <a:path w="2239009" h="425450">
                  <a:moveTo>
                    <a:pt x="1419288" y="8458"/>
                  </a:moveTo>
                  <a:lnTo>
                    <a:pt x="1317739" y="8458"/>
                  </a:lnTo>
                  <a:lnTo>
                    <a:pt x="1253426" y="311289"/>
                  </a:lnTo>
                  <a:lnTo>
                    <a:pt x="1252105" y="312445"/>
                  </a:lnTo>
                  <a:lnTo>
                    <a:pt x="1180071" y="8458"/>
                  </a:lnTo>
                  <a:lnTo>
                    <a:pt x="1022108" y="8458"/>
                  </a:lnTo>
                  <a:lnTo>
                    <a:pt x="935507" y="416407"/>
                  </a:lnTo>
                  <a:lnTo>
                    <a:pt x="1037069" y="416407"/>
                  </a:lnTo>
                  <a:lnTo>
                    <a:pt x="1103363" y="103974"/>
                  </a:lnTo>
                  <a:lnTo>
                    <a:pt x="1104480" y="103974"/>
                  </a:lnTo>
                  <a:lnTo>
                    <a:pt x="1176413" y="416407"/>
                  </a:lnTo>
                  <a:lnTo>
                    <a:pt x="1332699" y="416407"/>
                  </a:lnTo>
                  <a:lnTo>
                    <a:pt x="1419288" y="8458"/>
                  </a:lnTo>
                  <a:close/>
                </a:path>
                <a:path w="2239009" h="425450">
                  <a:moveTo>
                    <a:pt x="1833689" y="416407"/>
                  </a:moveTo>
                  <a:lnTo>
                    <a:pt x="1819198" y="336740"/>
                  </a:lnTo>
                  <a:lnTo>
                    <a:pt x="1804822" y="257644"/>
                  </a:lnTo>
                  <a:lnTo>
                    <a:pt x="1759508" y="8458"/>
                  </a:lnTo>
                  <a:lnTo>
                    <a:pt x="1685124" y="8458"/>
                  </a:lnTo>
                  <a:lnTo>
                    <a:pt x="1685124" y="257644"/>
                  </a:lnTo>
                  <a:lnTo>
                    <a:pt x="1576235" y="257644"/>
                  </a:lnTo>
                  <a:lnTo>
                    <a:pt x="1667535" y="88112"/>
                  </a:lnTo>
                  <a:lnTo>
                    <a:pt x="1669224" y="88112"/>
                  </a:lnTo>
                  <a:lnTo>
                    <a:pt x="1685124" y="257644"/>
                  </a:lnTo>
                  <a:lnTo>
                    <a:pt x="1685124" y="8458"/>
                  </a:lnTo>
                  <a:lnTo>
                    <a:pt x="1621840" y="8458"/>
                  </a:lnTo>
                  <a:lnTo>
                    <a:pt x="1374432" y="416407"/>
                  </a:lnTo>
                  <a:lnTo>
                    <a:pt x="1487297" y="416407"/>
                  </a:lnTo>
                  <a:lnTo>
                    <a:pt x="1530718" y="336740"/>
                  </a:lnTo>
                  <a:lnTo>
                    <a:pt x="1696034" y="336740"/>
                  </a:lnTo>
                  <a:lnTo>
                    <a:pt x="1706181" y="416407"/>
                  </a:lnTo>
                  <a:lnTo>
                    <a:pt x="1833689" y="416407"/>
                  </a:lnTo>
                  <a:close/>
                </a:path>
                <a:path w="2239009" h="425450">
                  <a:moveTo>
                    <a:pt x="2075992" y="8458"/>
                  </a:moveTo>
                  <a:lnTo>
                    <a:pt x="1963166" y="8458"/>
                  </a:lnTo>
                  <a:lnTo>
                    <a:pt x="1876552" y="416407"/>
                  </a:lnTo>
                  <a:lnTo>
                    <a:pt x="1989404" y="416407"/>
                  </a:lnTo>
                  <a:lnTo>
                    <a:pt x="2075992" y="8458"/>
                  </a:lnTo>
                  <a:close/>
                </a:path>
                <a:path w="2239009" h="425450">
                  <a:moveTo>
                    <a:pt x="2238603" y="401256"/>
                  </a:moveTo>
                  <a:lnTo>
                    <a:pt x="2118372" y="401256"/>
                  </a:lnTo>
                  <a:lnTo>
                    <a:pt x="2118372" y="416331"/>
                  </a:lnTo>
                  <a:lnTo>
                    <a:pt x="2238603" y="416331"/>
                  </a:lnTo>
                  <a:lnTo>
                    <a:pt x="2238603" y="401256"/>
                  </a:lnTo>
                  <a:close/>
                </a:path>
                <a:path w="2239009" h="425450">
                  <a:moveTo>
                    <a:pt x="2238603" y="304888"/>
                  </a:moveTo>
                  <a:lnTo>
                    <a:pt x="2118372" y="304888"/>
                  </a:lnTo>
                  <a:lnTo>
                    <a:pt x="2118372" y="319951"/>
                  </a:lnTo>
                  <a:lnTo>
                    <a:pt x="2238603" y="319951"/>
                  </a:lnTo>
                  <a:lnTo>
                    <a:pt x="2238603" y="304888"/>
                  </a:lnTo>
                  <a:close/>
                </a:path>
                <a:path w="2239009" h="425450">
                  <a:moveTo>
                    <a:pt x="2238603" y="204901"/>
                  </a:moveTo>
                  <a:lnTo>
                    <a:pt x="2118372" y="204901"/>
                  </a:lnTo>
                  <a:lnTo>
                    <a:pt x="2118372" y="219964"/>
                  </a:lnTo>
                  <a:lnTo>
                    <a:pt x="2238603" y="219964"/>
                  </a:lnTo>
                  <a:lnTo>
                    <a:pt x="2238603" y="204901"/>
                  </a:lnTo>
                  <a:close/>
                </a:path>
                <a:path w="2239009" h="425450">
                  <a:moveTo>
                    <a:pt x="2238603" y="106260"/>
                  </a:moveTo>
                  <a:lnTo>
                    <a:pt x="2118372" y="106260"/>
                  </a:lnTo>
                  <a:lnTo>
                    <a:pt x="2118372" y="121335"/>
                  </a:lnTo>
                  <a:lnTo>
                    <a:pt x="2238603" y="121335"/>
                  </a:lnTo>
                  <a:lnTo>
                    <a:pt x="2238603" y="106260"/>
                  </a:lnTo>
                  <a:close/>
                </a:path>
                <a:path w="2239009" h="425450">
                  <a:moveTo>
                    <a:pt x="2238603" y="10185"/>
                  </a:moveTo>
                  <a:lnTo>
                    <a:pt x="2118372" y="10185"/>
                  </a:lnTo>
                  <a:lnTo>
                    <a:pt x="2118372" y="25234"/>
                  </a:lnTo>
                  <a:lnTo>
                    <a:pt x="2238603" y="25234"/>
                  </a:lnTo>
                  <a:lnTo>
                    <a:pt x="2238603" y="10185"/>
                  </a:lnTo>
                  <a:close/>
                </a:path>
              </a:pathLst>
            </a:custGeom>
            <a:solidFill>
              <a:srgbClr val="FFFFFF"/>
            </a:solidFill>
          </p:spPr>
          <p:txBody>
            <a:bodyPr wrap="square" lIns="0" tIns="0" rIns="0" bIns="0" rtlCol="0"/>
            <a:lstStyle/>
            <a:p>
              <a:endParaRPr/>
            </a:p>
          </p:txBody>
        </p:sp>
      </p:grpSp>
      <p:sp>
        <p:nvSpPr>
          <p:cNvPr id="15" name="Espaço Reservado para Texto 2">
            <a:extLst>
              <a:ext uri="{FF2B5EF4-FFF2-40B4-BE49-F238E27FC236}">
                <a16:creationId xmlns:a16="http://schemas.microsoft.com/office/drawing/2014/main" id="{2BD45F95-66D3-4D63-A465-7DCAFCB0571F}"/>
              </a:ext>
            </a:extLst>
          </p:cNvPr>
          <p:cNvSpPr>
            <a:spLocks noGrp="1"/>
          </p:cNvSpPr>
          <p:nvPr>
            <p:ph type="body" sz="quarter" idx="10"/>
          </p:nvPr>
        </p:nvSpPr>
        <p:spPr>
          <a:xfrm>
            <a:off x="833520" y="1838890"/>
            <a:ext cx="10647658" cy="4287588"/>
          </a:xfrm>
          <a:prstGeom prst="rect">
            <a:avLst/>
          </a:prstGeom>
        </p:spPr>
        <p:txBody>
          <a:bodyPr/>
          <a:lstStyle>
            <a:lvl1pPr>
              <a:lnSpc>
                <a:spcPct val="150000"/>
              </a:lnSpc>
              <a:defRPr sz="2000">
                <a:latin typeface="Times New Roman" panose="02020603050405020304" pitchFamily="18" charset="0"/>
                <a:cs typeface="Times New Roman" panose="02020603050405020304" pitchFamily="18" charset="0"/>
              </a:defRPr>
            </a:lvl1pPr>
            <a:lvl2pPr>
              <a:lnSpc>
                <a:spcPct val="150000"/>
              </a:lnSpc>
              <a:defRPr>
                <a:latin typeface="Times New Roman" panose="02020603050405020304" pitchFamily="18" charset="0"/>
                <a:cs typeface="Times New Roman" panose="02020603050405020304" pitchFamily="18" charset="0"/>
              </a:defRPr>
            </a:lvl2pPr>
            <a:lvl3pPr>
              <a:lnSpc>
                <a:spcPct val="150000"/>
              </a:lnSpc>
              <a:defRPr sz="1600">
                <a:latin typeface="Times New Roman" panose="02020603050405020304" pitchFamily="18" charset="0"/>
                <a:cs typeface="Times New Roman" panose="02020603050405020304" pitchFamily="18" charset="0"/>
              </a:defRPr>
            </a:lvl3pPr>
            <a:lvl4pPr>
              <a:lnSpc>
                <a:spcPct val="150000"/>
              </a:lnSpc>
              <a:defRPr sz="1400">
                <a:latin typeface="Times New Roman" panose="02020603050405020304" pitchFamily="18" charset="0"/>
                <a:cs typeface="Times New Roman" panose="02020603050405020304" pitchFamily="18" charset="0"/>
              </a:defRPr>
            </a:lvl4pPr>
            <a:lvl5pPr>
              <a:lnSpc>
                <a:spcPct val="150000"/>
              </a:lnSpc>
              <a:defRPr sz="1400">
                <a:latin typeface="Times New Roman" panose="02020603050405020304" pitchFamily="18" charset="0"/>
                <a:cs typeface="Times New Roman" panose="02020603050405020304" pitchFamily="18" charset="0"/>
              </a:defRPr>
            </a:lvl5pPr>
          </a:lstStyle>
          <a:p>
            <a:pPr lvl="0"/>
            <a:r>
              <a:rPr lang="pt-BR" dirty="0"/>
              <a:t>Editar estilos de texto Mestre</a:t>
            </a:r>
          </a:p>
          <a:p>
            <a:pPr lvl="1"/>
            <a:r>
              <a:rPr lang="pt-BR" dirty="0"/>
              <a:t>Segundo nível</a:t>
            </a:r>
          </a:p>
          <a:p>
            <a:pPr lvl="2"/>
            <a:r>
              <a:rPr lang="pt-BR" dirty="0"/>
              <a:t>Terceiro nível</a:t>
            </a:r>
          </a:p>
          <a:p>
            <a:pPr lvl="3"/>
            <a:r>
              <a:rPr lang="pt-BR" dirty="0"/>
              <a:t>Quarto nível</a:t>
            </a:r>
          </a:p>
          <a:p>
            <a:pPr lvl="4"/>
            <a:r>
              <a:rPr lang="pt-BR" dirty="0"/>
              <a:t>Quinto nível</a:t>
            </a:r>
          </a:p>
        </p:txBody>
      </p:sp>
      <p:sp>
        <p:nvSpPr>
          <p:cNvPr id="17" name="bg object 16">
            <a:extLst>
              <a:ext uri="{FF2B5EF4-FFF2-40B4-BE49-F238E27FC236}">
                <a16:creationId xmlns:a16="http://schemas.microsoft.com/office/drawing/2014/main" id="{1664344B-E365-4A3A-9BE6-9FCAA0031833}"/>
              </a:ext>
            </a:extLst>
          </p:cNvPr>
          <p:cNvSpPr/>
          <p:nvPr userDrawn="1"/>
        </p:nvSpPr>
        <p:spPr>
          <a:xfrm>
            <a:off x="0" y="6761988"/>
            <a:ext cx="12192000" cy="95885"/>
          </a:xfrm>
          <a:custGeom>
            <a:avLst/>
            <a:gdLst/>
            <a:ahLst/>
            <a:cxnLst/>
            <a:rect l="l" t="t" r="r" b="b"/>
            <a:pathLst>
              <a:path w="12192000" h="95884">
                <a:moveTo>
                  <a:pt x="12192000" y="0"/>
                </a:moveTo>
                <a:lnTo>
                  <a:pt x="0" y="0"/>
                </a:lnTo>
                <a:lnTo>
                  <a:pt x="0" y="95757"/>
                </a:lnTo>
                <a:lnTo>
                  <a:pt x="12192000" y="95757"/>
                </a:lnTo>
                <a:lnTo>
                  <a:pt x="12192000" y="0"/>
                </a:lnTo>
                <a:close/>
              </a:path>
            </a:pathLst>
          </a:custGeom>
          <a:solidFill>
            <a:srgbClr val="C1272C"/>
          </a:solidFill>
        </p:spPr>
        <p:txBody>
          <a:bodyPr wrap="square" lIns="0" tIns="0" rIns="0" bIns="0" rtlCol="0"/>
          <a:lstStyle/>
          <a:p>
            <a:endParaRPr/>
          </a:p>
        </p:txBody>
      </p:sp>
      <p:sp>
        <p:nvSpPr>
          <p:cNvPr id="13" name="Holder 2">
            <a:extLst>
              <a:ext uri="{FF2B5EF4-FFF2-40B4-BE49-F238E27FC236}">
                <a16:creationId xmlns:a16="http://schemas.microsoft.com/office/drawing/2014/main" id="{CEFB3BE1-661D-4D58-B1A4-08208D06AD72}"/>
              </a:ext>
            </a:extLst>
          </p:cNvPr>
          <p:cNvSpPr>
            <a:spLocks noGrp="1"/>
          </p:cNvSpPr>
          <p:nvPr>
            <p:ph type="title"/>
          </p:nvPr>
        </p:nvSpPr>
        <p:spPr>
          <a:xfrm>
            <a:off x="833520" y="855812"/>
            <a:ext cx="8360355" cy="448519"/>
          </a:xfrm>
          <a:prstGeom prst="rect">
            <a:avLst/>
          </a:prstGeom>
        </p:spPr>
        <p:txBody>
          <a:bodyPr lIns="0" tIns="0" rIns="0" bIns="0"/>
          <a:lstStyle>
            <a:lvl1pPr algn="just">
              <a:defRPr sz="2600" b="0" i="0">
                <a:solidFill>
                  <a:srgbClr val="1A1A1A"/>
                </a:solidFill>
                <a:latin typeface="Times New Roman" panose="02020603050405020304" pitchFamily="18" charset="0"/>
                <a:cs typeface="Times New Roman" panose="02020603050405020304" pitchFamily="18" charset="0"/>
              </a:defRPr>
            </a:lvl1pPr>
          </a:lstStyle>
          <a:p>
            <a:r>
              <a:rPr lang="pt-BR" dirty="0"/>
              <a:t>Clique para editar o título Mestre</a:t>
            </a:r>
            <a:endParaRPr dirty="0"/>
          </a:p>
        </p:txBody>
      </p:sp>
    </p:spTree>
    <p:extLst>
      <p:ext uri="{BB962C8B-B14F-4D97-AF65-F5344CB8AC3E}">
        <p14:creationId xmlns:p14="http://schemas.microsoft.com/office/powerpoint/2010/main" val="210651991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6761988"/>
            <a:ext cx="12192000" cy="95885"/>
          </a:xfrm>
          <a:custGeom>
            <a:avLst/>
            <a:gdLst/>
            <a:ahLst/>
            <a:cxnLst/>
            <a:rect l="l" t="t" r="r" b="b"/>
            <a:pathLst>
              <a:path w="12192000" h="95884">
                <a:moveTo>
                  <a:pt x="12192000" y="0"/>
                </a:moveTo>
                <a:lnTo>
                  <a:pt x="0" y="0"/>
                </a:lnTo>
                <a:lnTo>
                  <a:pt x="0" y="95757"/>
                </a:lnTo>
                <a:lnTo>
                  <a:pt x="12192000" y="95757"/>
                </a:lnTo>
                <a:lnTo>
                  <a:pt x="12192000" y="0"/>
                </a:lnTo>
                <a:close/>
              </a:path>
            </a:pathLst>
          </a:custGeom>
          <a:solidFill>
            <a:srgbClr val="C1272C"/>
          </a:solidFill>
        </p:spPr>
        <p:txBody>
          <a:bodyPr wrap="square" lIns="0" tIns="0" rIns="0" bIns="0" rtlCol="0"/>
          <a:lstStyle/>
          <a:p>
            <a:endParaRPr/>
          </a:p>
        </p:txBody>
      </p:sp>
      <p:grpSp>
        <p:nvGrpSpPr>
          <p:cNvPr id="13" name="Agrupar 12">
            <a:extLst>
              <a:ext uri="{FF2B5EF4-FFF2-40B4-BE49-F238E27FC236}">
                <a16:creationId xmlns:a16="http://schemas.microsoft.com/office/drawing/2014/main" id="{BA76F27D-44DD-466F-A867-369B0D8A5FE9}"/>
              </a:ext>
            </a:extLst>
          </p:cNvPr>
          <p:cNvGrpSpPr/>
          <p:nvPr/>
        </p:nvGrpSpPr>
        <p:grpSpPr>
          <a:xfrm>
            <a:off x="9317735" y="794321"/>
            <a:ext cx="2239011" cy="571500"/>
            <a:chOff x="9317735" y="635508"/>
            <a:chExt cx="2239011" cy="571500"/>
          </a:xfrm>
        </p:grpSpPr>
        <p:sp>
          <p:nvSpPr>
            <p:cNvPr id="14" name="bg object 82">
              <a:extLst>
                <a:ext uri="{FF2B5EF4-FFF2-40B4-BE49-F238E27FC236}">
                  <a16:creationId xmlns:a16="http://schemas.microsoft.com/office/drawing/2014/main" id="{504116C1-A21B-4D66-BB38-9C32D3371C84}"/>
                </a:ext>
              </a:extLst>
            </p:cNvPr>
            <p:cNvSpPr/>
            <p:nvPr/>
          </p:nvSpPr>
          <p:spPr>
            <a:xfrm>
              <a:off x="9317735" y="635508"/>
              <a:ext cx="2239010" cy="571500"/>
            </a:xfrm>
            <a:custGeom>
              <a:avLst/>
              <a:gdLst/>
              <a:ahLst/>
              <a:cxnLst/>
              <a:rect l="l" t="t" r="r" b="b"/>
              <a:pathLst>
                <a:path w="2239009" h="571500">
                  <a:moveTo>
                    <a:pt x="2238629" y="0"/>
                  </a:moveTo>
                  <a:lnTo>
                    <a:pt x="0" y="0"/>
                  </a:lnTo>
                  <a:lnTo>
                    <a:pt x="0" y="571144"/>
                  </a:lnTo>
                  <a:lnTo>
                    <a:pt x="2238629" y="571144"/>
                  </a:lnTo>
                  <a:lnTo>
                    <a:pt x="2238629" y="0"/>
                  </a:lnTo>
                  <a:close/>
                </a:path>
              </a:pathLst>
            </a:custGeom>
            <a:solidFill>
              <a:srgbClr val="E11013"/>
            </a:solidFill>
          </p:spPr>
          <p:txBody>
            <a:bodyPr wrap="square" lIns="0" tIns="0" rIns="0" bIns="0" rtlCol="0"/>
            <a:lstStyle/>
            <a:p>
              <a:endParaRPr/>
            </a:p>
          </p:txBody>
        </p:sp>
        <p:sp>
          <p:nvSpPr>
            <p:cNvPr id="15" name="bg object 83">
              <a:extLst>
                <a:ext uri="{FF2B5EF4-FFF2-40B4-BE49-F238E27FC236}">
                  <a16:creationId xmlns:a16="http://schemas.microsoft.com/office/drawing/2014/main" id="{2750E6C0-F90E-4914-9E91-6C4DFC730531}"/>
                </a:ext>
              </a:extLst>
            </p:cNvPr>
            <p:cNvSpPr/>
            <p:nvPr/>
          </p:nvSpPr>
          <p:spPr>
            <a:xfrm>
              <a:off x="9317736" y="708659"/>
              <a:ext cx="2239010" cy="423545"/>
            </a:xfrm>
            <a:custGeom>
              <a:avLst/>
              <a:gdLst/>
              <a:ahLst/>
              <a:cxnLst/>
              <a:rect l="l" t="t" r="r" b="b"/>
              <a:pathLst>
                <a:path w="2239009" h="423544">
                  <a:moveTo>
                    <a:pt x="120230" y="399821"/>
                  </a:moveTo>
                  <a:lnTo>
                    <a:pt x="0" y="399821"/>
                  </a:lnTo>
                  <a:lnTo>
                    <a:pt x="0" y="414845"/>
                  </a:lnTo>
                  <a:lnTo>
                    <a:pt x="120230" y="414845"/>
                  </a:lnTo>
                  <a:lnTo>
                    <a:pt x="120230" y="399821"/>
                  </a:lnTo>
                  <a:close/>
                </a:path>
                <a:path w="2239009" h="423544">
                  <a:moveTo>
                    <a:pt x="120230" y="303809"/>
                  </a:moveTo>
                  <a:lnTo>
                    <a:pt x="0" y="303809"/>
                  </a:lnTo>
                  <a:lnTo>
                    <a:pt x="0" y="318808"/>
                  </a:lnTo>
                  <a:lnTo>
                    <a:pt x="120230" y="318808"/>
                  </a:lnTo>
                  <a:lnTo>
                    <a:pt x="120230" y="303809"/>
                  </a:lnTo>
                  <a:close/>
                </a:path>
                <a:path w="2239009" h="423544">
                  <a:moveTo>
                    <a:pt x="120230" y="204177"/>
                  </a:moveTo>
                  <a:lnTo>
                    <a:pt x="0" y="204177"/>
                  </a:lnTo>
                  <a:lnTo>
                    <a:pt x="0" y="219189"/>
                  </a:lnTo>
                  <a:lnTo>
                    <a:pt x="120230" y="219189"/>
                  </a:lnTo>
                  <a:lnTo>
                    <a:pt x="120230" y="204177"/>
                  </a:lnTo>
                  <a:close/>
                </a:path>
                <a:path w="2239009" h="423544">
                  <a:moveTo>
                    <a:pt x="120230" y="105879"/>
                  </a:moveTo>
                  <a:lnTo>
                    <a:pt x="0" y="105879"/>
                  </a:lnTo>
                  <a:lnTo>
                    <a:pt x="0" y="120916"/>
                  </a:lnTo>
                  <a:lnTo>
                    <a:pt x="120230" y="120916"/>
                  </a:lnTo>
                  <a:lnTo>
                    <a:pt x="120230" y="105879"/>
                  </a:lnTo>
                  <a:close/>
                </a:path>
                <a:path w="2239009" h="423544">
                  <a:moveTo>
                    <a:pt x="120230" y="10160"/>
                  </a:moveTo>
                  <a:lnTo>
                    <a:pt x="0" y="10160"/>
                  </a:lnTo>
                  <a:lnTo>
                    <a:pt x="0" y="25158"/>
                  </a:lnTo>
                  <a:lnTo>
                    <a:pt x="120230" y="25158"/>
                  </a:lnTo>
                  <a:lnTo>
                    <a:pt x="120230" y="10160"/>
                  </a:lnTo>
                  <a:close/>
                </a:path>
                <a:path w="2239009" h="423544">
                  <a:moveTo>
                    <a:pt x="550735" y="97612"/>
                  </a:moveTo>
                  <a:lnTo>
                    <a:pt x="540943" y="51117"/>
                  </a:lnTo>
                  <a:lnTo>
                    <a:pt x="509511" y="21043"/>
                  </a:lnTo>
                  <a:lnTo>
                    <a:pt x="463245" y="4838"/>
                  </a:lnTo>
                  <a:lnTo>
                    <a:pt x="408952" y="0"/>
                  </a:lnTo>
                  <a:lnTo>
                    <a:pt x="380466" y="1041"/>
                  </a:lnTo>
                  <a:lnTo>
                    <a:pt x="324675" y="10426"/>
                  </a:lnTo>
                  <a:lnTo>
                    <a:pt x="274320" y="31940"/>
                  </a:lnTo>
                  <a:lnTo>
                    <a:pt x="234048" y="68414"/>
                  </a:lnTo>
                  <a:lnTo>
                    <a:pt x="208483" y="122732"/>
                  </a:lnTo>
                  <a:lnTo>
                    <a:pt x="205600" y="154203"/>
                  </a:lnTo>
                  <a:lnTo>
                    <a:pt x="211162" y="181978"/>
                  </a:lnTo>
                  <a:lnTo>
                    <a:pt x="248818" y="221818"/>
                  </a:lnTo>
                  <a:lnTo>
                    <a:pt x="308508" y="243281"/>
                  </a:lnTo>
                  <a:lnTo>
                    <a:pt x="360629" y="256781"/>
                  </a:lnTo>
                  <a:lnTo>
                    <a:pt x="380822" y="263994"/>
                  </a:lnTo>
                  <a:lnTo>
                    <a:pt x="395503" y="273354"/>
                  </a:lnTo>
                  <a:lnTo>
                    <a:pt x="403428" y="286232"/>
                  </a:lnTo>
                  <a:lnTo>
                    <a:pt x="403402" y="304012"/>
                  </a:lnTo>
                  <a:lnTo>
                    <a:pt x="394042" y="321741"/>
                  </a:lnTo>
                  <a:lnTo>
                    <a:pt x="377088" y="334403"/>
                  </a:lnTo>
                  <a:lnTo>
                    <a:pt x="356311" y="341998"/>
                  </a:lnTo>
                  <a:lnTo>
                    <a:pt x="335521" y="344525"/>
                  </a:lnTo>
                  <a:lnTo>
                    <a:pt x="308470" y="340677"/>
                  </a:lnTo>
                  <a:lnTo>
                    <a:pt x="289204" y="329323"/>
                  </a:lnTo>
                  <a:lnTo>
                    <a:pt x="279184" y="310819"/>
                  </a:lnTo>
                  <a:lnTo>
                    <a:pt x="279857" y="285432"/>
                  </a:lnTo>
                  <a:lnTo>
                    <a:pt x="167017" y="285432"/>
                  </a:lnTo>
                  <a:lnTo>
                    <a:pt x="163322" y="319227"/>
                  </a:lnTo>
                  <a:lnTo>
                    <a:pt x="166306" y="347357"/>
                  </a:lnTo>
                  <a:lnTo>
                    <a:pt x="175310" y="370255"/>
                  </a:lnTo>
                  <a:lnTo>
                    <a:pt x="208648" y="402221"/>
                  </a:lnTo>
                  <a:lnTo>
                    <a:pt x="257911" y="418744"/>
                  </a:lnTo>
                  <a:lnTo>
                    <a:pt x="317665" y="423456"/>
                  </a:lnTo>
                  <a:lnTo>
                    <a:pt x="348932" y="421944"/>
                  </a:lnTo>
                  <a:lnTo>
                    <a:pt x="408813" y="409752"/>
                  </a:lnTo>
                  <a:lnTo>
                    <a:pt x="461098" y="385089"/>
                  </a:lnTo>
                  <a:lnTo>
                    <a:pt x="500913" y="347687"/>
                  </a:lnTo>
                  <a:lnTo>
                    <a:pt x="523379" y="297243"/>
                  </a:lnTo>
                  <a:lnTo>
                    <a:pt x="526884" y="264312"/>
                  </a:lnTo>
                  <a:lnTo>
                    <a:pt x="522681" y="238074"/>
                  </a:lnTo>
                  <a:lnTo>
                    <a:pt x="476567" y="190169"/>
                  </a:lnTo>
                  <a:lnTo>
                    <a:pt x="430606" y="174561"/>
                  </a:lnTo>
                  <a:lnTo>
                    <a:pt x="384314" y="163258"/>
                  </a:lnTo>
                  <a:lnTo>
                    <a:pt x="362788" y="156730"/>
                  </a:lnTo>
                  <a:lnTo>
                    <a:pt x="343408" y="147840"/>
                  </a:lnTo>
                  <a:lnTo>
                    <a:pt x="330492" y="134835"/>
                  </a:lnTo>
                  <a:lnTo>
                    <a:pt x="328371" y="115963"/>
                  </a:lnTo>
                  <a:lnTo>
                    <a:pt x="335356" y="101612"/>
                  </a:lnTo>
                  <a:lnTo>
                    <a:pt x="348475" y="89789"/>
                  </a:lnTo>
                  <a:lnTo>
                    <a:pt x="365633" y="81762"/>
                  </a:lnTo>
                  <a:lnTo>
                    <a:pt x="384784" y="78816"/>
                  </a:lnTo>
                  <a:lnTo>
                    <a:pt x="398157" y="79654"/>
                  </a:lnTo>
                  <a:lnTo>
                    <a:pt x="425488" y="91770"/>
                  </a:lnTo>
                  <a:lnTo>
                    <a:pt x="434263" y="116700"/>
                  </a:lnTo>
                  <a:lnTo>
                    <a:pt x="432562" y="127787"/>
                  </a:lnTo>
                  <a:lnTo>
                    <a:pt x="545388" y="127787"/>
                  </a:lnTo>
                  <a:lnTo>
                    <a:pt x="550735" y="97612"/>
                  </a:lnTo>
                  <a:close/>
                </a:path>
                <a:path w="2239009" h="423544">
                  <a:moveTo>
                    <a:pt x="958367" y="8445"/>
                  </a:moveTo>
                  <a:lnTo>
                    <a:pt x="648081" y="8445"/>
                  </a:lnTo>
                  <a:lnTo>
                    <a:pt x="561479" y="414921"/>
                  </a:lnTo>
                  <a:lnTo>
                    <a:pt x="871778" y="414921"/>
                  </a:lnTo>
                  <a:lnTo>
                    <a:pt x="888606" y="336092"/>
                  </a:lnTo>
                  <a:lnTo>
                    <a:pt x="691134" y="336092"/>
                  </a:lnTo>
                  <a:lnTo>
                    <a:pt x="709472" y="249961"/>
                  </a:lnTo>
                  <a:lnTo>
                    <a:pt x="891133" y="249961"/>
                  </a:lnTo>
                  <a:lnTo>
                    <a:pt x="907872" y="171170"/>
                  </a:lnTo>
                  <a:lnTo>
                    <a:pt x="726198" y="171170"/>
                  </a:lnTo>
                  <a:lnTo>
                    <a:pt x="744067" y="87261"/>
                  </a:lnTo>
                  <a:lnTo>
                    <a:pt x="941539" y="87261"/>
                  </a:lnTo>
                  <a:lnTo>
                    <a:pt x="958367" y="8445"/>
                  </a:lnTo>
                  <a:close/>
                </a:path>
                <a:path w="2239009" h="423544">
                  <a:moveTo>
                    <a:pt x="1419288" y="8445"/>
                  </a:moveTo>
                  <a:lnTo>
                    <a:pt x="1317739" y="8445"/>
                  </a:lnTo>
                  <a:lnTo>
                    <a:pt x="1253426" y="310184"/>
                  </a:lnTo>
                  <a:lnTo>
                    <a:pt x="1252105" y="311340"/>
                  </a:lnTo>
                  <a:lnTo>
                    <a:pt x="1180071" y="8445"/>
                  </a:lnTo>
                  <a:lnTo>
                    <a:pt x="1022108" y="8445"/>
                  </a:lnTo>
                  <a:lnTo>
                    <a:pt x="935507" y="414921"/>
                  </a:lnTo>
                  <a:lnTo>
                    <a:pt x="1037069" y="414921"/>
                  </a:lnTo>
                  <a:lnTo>
                    <a:pt x="1103363" y="103606"/>
                  </a:lnTo>
                  <a:lnTo>
                    <a:pt x="1104480" y="103606"/>
                  </a:lnTo>
                  <a:lnTo>
                    <a:pt x="1176413" y="414921"/>
                  </a:lnTo>
                  <a:lnTo>
                    <a:pt x="1332699" y="414921"/>
                  </a:lnTo>
                  <a:lnTo>
                    <a:pt x="1419288" y="8445"/>
                  </a:lnTo>
                  <a:close/>
                </a:path>
                <a:path w="2239009" h="423544">
                  <a:moveTo>
                    <a:pt x="1833689" y="414921"/>
                  </a:moveTo>
                  <a:lnTo>
                    <a:pt x="1819198" y="335534"/>
                  </a:lnTo>
                  <a:lnTo>
                    <a:pt x="1804809" y="256717"/>
                  </a:lnTo>
                  <a:lnTo>
                    <a:pt x="1759508" y="8445"/>
                  </a:lnTo>
                  <a:lnTo>
                    <a:pt x="1685124" y="8445"/>
                  </a:lnTo>
                  <a:lnTo>
                    <a:pt x="1685124" y="256717"/>
                  </a:lnTo>
                  <a:lnTo>
                    <a:pt x="1576235" y="256717"/>
                  </a:lnTo>
                  <a:lnTo>
                    <a:pt x="1667535" y="87807"/>
                  </a:lnTo>
                  <a:lnTo>
                    <a:pt x="1669224" y="87807"/>
                  </a:lnTo>
                  <a:lnTo>
                    <a:pt x="1685124" y="256717"/>
                  </a:lnTo>
                  <a:lnTo>
                    <a:pt x="1685124" y="8445"/>
                  </a:lnTo>
                  <a:lnTo>
                    <a:pt x="1621840" y="8445"/>
                  </a:lnTo>
                  <a:lnTo>
                    <a:pt x="1374432" y="414921"/>
                  </a:lnTo>
                  <a:lnTo>
                    <a:pt x="1487297" y="414921"/>
                  </a:lnTo>
                  <a:lnTo>
                    <a:pt x="1530718" y="335534"/>
                  </a:lnTo>
                  <a:lnTo>
                    <a:pt x="1696034" y="335534"/>
                  </a:lnTo>
                  <a:lnTo>
                    <a:pt x="1706181" y="414921"/>
                  </a:lnTo>
                  <a:lnTo>
                    <a:pt x="1833689" y="414921"/>
                  </a:lnTo>
                  <a:close/>
                </a:path>
                <a:path w="2239009" h="423544">
                  <a:moveTo>
                    <a:pt x="2075992" y="8445"/>
                  </a:moveTo>
                  <a:lnTo>
                    <a:pt x="1963166" y="8445"/>
                  </a:lnTo>
                  <a:lnTo>
                    <a:pt x="1876552" y="414921"/>
                  </a:lnTo>
                  <a:lnTo>
                    <a:pt x="1989404" y="414921"/>
                  </a:lnTo>
                  <a:lnTo>
                    <a:pt x="2075992" y="8445"/>
                  </a:lnTo>
                  <a:close/>
                </a:path>
                <a:path w="2239009" h="423544">
                  <a:moveTo>
                    <a:pt x="2238603" y="399821"/>
                  </a:moveTo>
                  <a:lnTo>
                    <a:pt x="2118372" y="399821"/>
                  </a:lnTo>
                  <a:lnTo>
                    <a:pt x="2118372" y="414845"/>
                  </a:lnTo>
                  <a:lnTo>
                    <a:pt x="2238603" y="414845"/>
                  </a:lnTo>
                  <a:lnTo>
                    <a:pt x="2238603" y="399821"/>
                  </a:lnTo>
                  <a:close/>
                </a:path>
                <a:path w="2239009" h="423544">
                  <a:moveTo>
                    <a:pt x="2238603" y="303809"/>
                  </a:moveTo>
                  <a:lnTo>
                    <a:pt x="2118372" y="303809"/>
                  </a:lnTo>
                  <a:lnTo>
                    <a:pt x="2118372" y="318808"/>
                  </a:lnTo>
                  <a:lnTo>
                    <a:pt x="2238603" y="318808"/>
                  </a:lnTo>
                  <a:lnTo>
                    <a:pt x="2238603" y="303809"/>
                  </a:lnTo>
                  <a:close/>
                </a:path>
                <a:path w="2239009" h="423544">
                  <a:moveTo>
                    <a:pt x="2238603" y="204177"/>
                  </a:moveTo>
                  <a:lnTo>
                    <a:pt x="2118372" y="204177"/>
                  </a:lnTo>
                  <a:lnTo>
                    <a:pt x="2118372" y="219189"/>
                  </a:lnTo>
                  <a:lnTo>
                    <a:pt x="2238603" y="219189"/>
                  </a:lnTo>
                  <a:lnTo>
                    <a:pt x="2238603" y="204177"/>
                  </a:lnTo>
                  <a:close/>
                </a:path>
                <a:path w="2239009" h="423544">
                  <a:moveTo>
                    <a:pt x="2238603" y="105879"/>
                  </a:moveTo>
                  <a:lnTo>
                    <a:pt x="2118372" y="105879"/>
                  </a:lnTo>
                  <a:lnTo>
                    <a:pt x="2118372" y="120916"/>
                  </a:lnTo>
                  <a:lnTo>
                    <a:pt x="2238603" y="120916"/>
                  </a:lnTo>
                  <a:lnTo>
                    <a:pt x="2238603" y="105879"/>
                  </a:lnTo>
                  <a:close/>
                </a:path>
                <a:path w="2239009" h="423544">
                  <a:moveTo>
                    <a:pt x="2238603" y="10160"/>
                  </a:moveTo>
                  <a:lnTo>
                    <a:pt x="2118372" y="10160"/>
                  </a:lnTo>
                  <a:lnTo>
                    <a:pt x="2118372" y="25158"/>
                  </a:lnTo>
                  <a:lnTo>
                    <a:pt x="2238603" y="25158"/>
                  </a:lnTo>
                  <a:lnTo>
                    <a:pt x="2238603" y="10160"/>
                  </a:lnTo>
                  <a:close/>
                </a:path>
              </a:pathLst>
            </a:custGeom>
            <a:solidFill>
              <a:srgbClr val="FFFFFF"/>
            </a:solidFill>
          </p:spPr>
          <p:txBody>
            <a:bodyPr wrap="square" lIns="0" tIns="0" rIns="0" bIns="0" rtlCol="0"/>
            <a:lstStyle/>
            <a:p>
              <a:endParaRPr/>
            </a:p>
          </p:txBody>
        </p:sp>
      </p:grpSp>
      <p:sp>
        <p:nvSpPr>
          <p:cNvPr id="10" name="bg object 81">
            <a:extLst>
              <a:ext uri="{FF2B5EF4-FFF2-40B4-BE49-F238E27FC236}">
                <a16:creationId xmlns:a16="http://schemas.microsoft.com/office/drawing/2014/main" id="{3194E5FB-36F5-4F05-825E-FF9D34CE3A11}"/>
              </a:ext>
            </a:extLst>
          </p:cNvPr>
          <p:cNvSpPr/>
          <p:nvPr/>
        </p:nvSpPr>
        <p:spPr>
          <a:xfrm>
            <a:off x="636269" y="635889"/>
            <a:ext cx="0" cy="888365"/>
          </a:xfrm>
          <a:custGeom>
            <a:avLst/>
            <a:gdLst/>
            <a:ahLst/>
            <a:cxnLst/>
            <a:rect l="l" t="t" r="r" b="b"/>
            <a:pathLst>
              <a:path h="888365">
                <a:moveTo>
                  <a:pt x="0" y="0"/>
                </a:moveTo>
                <a:lnTo>
                  <a:pt x="0" y="888314"/>
                </a:lnTo>
              </a:path>
            </a:pathLst>
          </a:custGeom>
          <a:ln w="104711">
            <a:solidFill>
              <a:srgbClr val="C1272C"/>
            </a:solidFill>
          </a:ln>
        </p:spPr>
        <p:txBody>
          <a:bodyPr wrap="square" lIns="0" tIns="0" rIns="0" bIns="0" rtlCol="0"/>
          <a:lstStyle/>
          <a:p>
            <a:endParaRPr dirty="0"/>
          </a:p>
        </p:txBody>
      </p:sp>
    </p:spTree>
    <p:extLst>
      <p:ext uri="{BB962C8B-B14F-4D97-AF65-F5344CB8AC3E}">
        <p14:creationId xmlns:p14="http://schemas.microsoft.com/office/powerpoint/2010/main" val="3916836314"/>
      </p:ext>
    </p:extLst>
  </p:cSld>
  <p:clrMap bg1="lt1" tx1="dk1" bg2="lt2" tx2="dk2" accent1="accent1" accent2="accent2" accent3="accent3" accent4="accent4" accent5="accent5" accent6="accent6" hlink="hlink" folHlink="folHlink"/>
  <p:sldLayoutIdLst>
    <p:sldLayoutId id="2147483695" r:id="rId1"/>
    <p:sldLayoutId id="2147483691" r:id="rId2"/>
    <p:sldLayoutId id="2147483696" r:id="rId3"/>
    <p:sldLayoutId id="2147483692" r:id="rId4"/>
    <p:sldLayoutId id="2147483693" r:id="rId5"/>
  </p:sldLayoutIdLst>
  <p:txStyles>
    <p:titleStyle>
      <a:lvl1pPr eaLnBrk="1" hangingPunct="1">
        <a:defRPr>
          <a:latin typeface="+mj-lt"/>
          <a:ea typeface="+mj-ea"/>
          <a:cs typeface="+mj-cs"/>
        </a:defRPr>
      </a:lvl1pPr>
    </p:titleStyle>
    <p:body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3D5BEDF1-95BB-44C9-9BC2-D12AB248363F}"/>
              </a:ext>
            </a:extLst>
          </p:cNvPr>
          <p:cNvSpPr>
            <a:spLocks noGrp="1"/>
          </p:cNvSpPr>
          <p:nvPr>
            <p:ph type="ctrTitle"/>
          </p:nvPr>
        </p:nvSpPr>
        <p:spPr/>
        <p:txBody>
          <a:bodyPr/>
          <a:lstStyle/>
          <a:p>
            <a:r>
              <a:rPr lang="pt-BR" dirty="0"/>
              <a:t>Introdução a Análise de Texto</a:t>
            </a:r>
          </a:p>
        </p:txBody>
      </p:sp>
      <p:sp>
        <p:nvSpPr>
          <p:cNvPr id="5" name="Subtítulo 4">
            <a:extLst>
              <a:ext uri="{FF2B5EF4-FFF2-40B4-BE49-F238E27FC236}">
                <a16:creationId xmlns:a16="http://schemas.microsoft.com/office/drawing/2014/main" id="{7ADFBF68-D62F-4852-ADDC-1BA7865B9404}"/>
              </a:ext>
            </a:extLst>
          </p:cNvPr>
          <p:cNvSpPr>
            <a:spLocks noGrp="1"/>
          </p:cNvSpPr>
          <p:nvPr>
            <p:ph type="subTitle" idx="1"/>
          </p:nvPr>
        </p:nvSpPr>
        <p:spPr/>
        <p:txBody>
          <a:bodyPr/>
          <a:lstStyle/>
          <a:p>
            <a:r>
              <a:rPr lang="pt-BR" dirty="0"/>
              <a:t>Prof. Pedro Miho</a:t>
            </a:r>
          </a:p>
        </p:txBody>
      </p:sp>
    </p:spTree>
    <p:extLst>
      <p:ext uri="{BB962C8B-B14F-4D97-AF65-F5344CB8AC3E}">
        <p14:creationId xmlns:p14="http://schemas.microsoft.com/office/powerpoint/2010/main" val="5542254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B6DDC6BE-39D2-4125-B01F-4E02DF0FE1F0}"/>
              </a:ext>
            </a:extLst>
          </p:cNvPr>
          <p:cNvSpPr>
            <a:spLocks noGrp="1"/>
          </p:cNvSpPr>
          <p:nvPr>
            <p:ph type="title"/>
          </p:nvPr>
        </p:nvSpPr>
        <p:spPr>
          <a:xfrm>
            <a:off x="833520" y="893726"/>
            <a:ext cx="8360355" cy="418607"/>
          </a:xfrm>
        </p:spPr>
        <p:txBody>
          <a:bodyPr/>
          <a:lstStyle/>
          <a:p>
            <a:r>
              <a:rPr lang="pt-BR" dirty="0"/>
              <a:t>Análise de texto</a:t>
            </a:r>
          </a:p>
        </p:txBody>
      </p:sp>
      <p:sp>
        <p:nvSpPr>
          <p:cNvPr id="5" name="Espaço Reservado para Texto 4">
            <a:extLst>
              <a:ext uri="{FF2B5EF4-FFF2-40B4-BE49-F238E27FC236}">
                <a16:creationId xmlns:a16="http://schemas.microsoft.com/office/drawing/2014/main" id="{51F063D6-AA81-464C-8270-64CD2D987159}"/>
              </a:ext>
            </a:extLst>
          </p:cNvPr>
          <p:cNvSpPr>
            <a:spLocks noGrp="1"/>
          </p:cNvSpPr>
          <p:nvPr>
            <p:ph type="body" sz="quarter" idx="10"/>
          </p:nvPr>
        </p:nvSpPr>
        <p:spPr/>
        <p:txBody>
          <a:bodyPr/>
          <a:lstStyle/>
          <a:p>
            <a:pPr algn="just"/>
            <a:r>
              <a:rPr lang="pt-BR" sz="1600" dirty="0"/>
              <a:t>A análise de texto é uma área do Processamento de Linguagem Natural (NLP) que permite extrair significado e insights de textos não estruturados, como comentários, contratos e postagens em redes sociais. Com a evolução das técnicas, passou de métodos estatísticos simples para modelos avançados que compreendem o contexto e o significado semântico, ajudando organizações a transformar dados em informações estratégicas.</a:t>
            </a:r>
          </a:p>
          <a:p>
            <a:pPr marL="742950" lvl="1" indent="-285750">
              <a:spcBef>
                <a:spcPts val="500"/>
              </a:spcBef>
              <a:buFont typeface="Arial" panose="020B0604020202020204" pitchFamily="34" charset="0"/>
              <a:buChar char="•"/>
            </a:pPr>
            <a:r>
              <a:rPr lang="pt-BR" sz="1400" b="1" dirty="0"/>
              <a:t>Extração de termos-chave:</a:t>
            </a:r>
            <a:r>
              <a:rPr lang="pt-BR" sz="1400" dirty="0"/>
              <a:t> Identifica os principais assuntos do texto.</a:t>
            </a:r>
          </a:p>
          <a:p>
            <a:pPr marL="742950" lvl="1" indent="-285750">
              <a:spcBef>
                <a:spcPts val="500"/>
              </a:spcBef>
              <a:buFont typeface="Arial" panose="020B0604020202020204" pitchFamily="34" charset="0"/>
              <a:buChar char="•"/>
            </a:pPr>
            <a:r>
              <a:rPr lang="pt-BR" sz="1400" b="1" dirty="0"/>
              <a:t>Detecção de entidades:</a:t>
            </a:r>
            <a:r>
              <a:rPr lang="pt-BR" sz="1400" dirty="0"/>
              <a:t> Reconhece nomes, locais, datas e organizações.</a:t>
            </a:r>
          </a:p>
          <a:p>
            <a:pPr marL="742950" lvl="1" indent="-285750">
              <a:spcBef>
                <a:spcPts val="500"/>
              </a:spcBef>
              <a:buFont typeface="Arial" panose="020B0604020202020204" pitchFamily="34" charset="0"/>
              <a:buChar char="•"/>
            </a:pPr>
            <a:r>
              <a:rPr lang="pt-BR" sz="1400" b="1" dirty="0"/>
              <a:t>Classificação de texto:</a:t>
            </a:r>
            <a:r>
              <a:rPr lang="pt-BR" sz="1400" dirty="0"/>
              <a:t> Categoriza o conteúdo automaticamente.</a:t>
            </a:r>
          </a:p>
          <a:p>
            <a:pPr marL="742950" lvl="1" indent="-285750">
              <a:spcBef>
                <a:spcPts val="500"/>
              </a:spcBef>
              <a:buFont typeface="Arial" panose="020B0604020202020204" pitchFamily="34" charset="0"/>
              <a:buChar char="•"/>
            </a:pPr>
            <a:r>
              <a:rPr lang="pt-BR" sz="1400" b="1" dirty="0"/>
              <a:t>Análise de sentimento:</a:t>
            </a:r>
            <a:r>
              <a:rPr lang="pt-BR" sz="1400" dirty="0"/>
              <a:t> Identifica se o texto é positivo, negativo ou neutro.</a:t>
            </a:r>
          </a:p>
          <a:p>
            <a:pPr marL="742950" lvl="1" indent="-285750">
              <a:spcBef>
                <a:spcPts val="500"/>
              </a:spcBef>
              <a:buFont typeface="Arial" panose="020B0604020202020204" pitchFamily="34" charset="0"/>
              <a:buChar char="•"/>
            </a:pPr>
            <a:r>
              <a:rPr lang="pt-BR" sz="1400" b="1" dirty="0"/>
              <a:t>Resumo de texto:</a:t>
            </a:r>
            <a:r>
              <a:rPr lang="pt-BR" sz="1400" dirty="0"/>
              <a:t> Gera uma versão mais curta com as ideias principais.</a:t>
            </a:r>
          </a:p>
          <a:p>
            <a:pPr algn="just"/>
            <a:endParaRPr lang="pt-BR" sz="1600" dirty="0"/>
          </a:p>
        </p:txBody>
      </p:sp>
    </p:spTree>
    <p:extLst>
      <p:ext uri="{BB962C8B-B14F-4D97-AF65-F5344CB8AC3E}">
        <p14:creationId xmlns:p14="http://schemas.microsoft.com/office/powerpoint/2010/main" val="18521689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5311130D-5C20-4BF9-9DA2-85FB0BB17806}"/>
              </a:ext>
            </a:extLst>
          </p:cNvPr>
          <p:cNvSpPr>
            <a:spLocks noGrp="1"/>
          </p:cNvSpPr>
          <p:nvPr>
            <p:ph type="ctrTitle"/>
          </p:nvPr>
        </p:nvSpPr>
        <p:spPr/>
        <p:txBody>
          <a:bodyPr/>
          <a:lstStyle/>
          <a:p>
            <a:r>
              <a:rPr lang="pt-BR" dirty="0" err="1"/>
              <a:t>Tokenização</a:t>
            </a:r>
            <a:endParaRPr lang="pt-BR" dirty="0"/>
          </a:p>
        </p:txBody>
      </p:sp>
    </p:spTree>
    <p:extLst>
      <p:ext uri="{BB962C8B-B14F-4D97-AF65-F5344CB8AC3E}">
        <p14:creationId xmlns:p14="http://schemas.microsoft.com/office/powerpoint/2010/main" val="15418902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90AD65-CFFD-4C1C-9847-35EDE50BC0D1}"/>
              </a:ext>
            </a:extLst>
          </p:cNvPr>
          <p:cNvSpPr>
            <a:spLocks noGrp="1"/>
          </p:cNvSpPr>
          <p:nvPr>
            <p:ph type="title"/>
          </p:nvPr>
        </p:nvSpPr>
        <p:spPr/>
        <p:txBody>
          <a:bodyPr/>
          <a:lstStyle/>
          <a:p>
            <a:r>
              <a:rPr lang="pt-BR" dirty="0" err="1"/>
              <a:t>Tokenização</a:t>
            </a:r>
            <a:endParaRPr lang="pt-BR" dirty="0"/>
          </a:p>
        </p:txBody>
      </p:sp>
      <p:sp>
        <p:nvSpPr>
          <p:cNvPr id="3" name="Espaço Reservado para Texto 2">
            <a:extLst>
              <a:ext uri="{FF2B5EF4-FFF2-40B4-BE49-F238E27FC236}">
                <a16:creationId xmlns:a16="http://schemas.microsoft.com/office/drawing/2014/main" id="{2705F858-5E09-4FD8-83BF-940C37F193A4}"/>
              </a:ext>
            </a:extLst>
          </p:cNvPr>
          <p:cNvSpPr>
            <a:spLocks noGrp="1"/>
          </p:cNvSpPr>
          <p:nvPr>
            <p:ph type="body" sz="quarter" idx="10"/>
          </p:nvPr>
        </p:nvSpPr>
        <p:spPr>
          <a:xfrm>
            <a:off x="833519" y="1838890"/>
            <a:ext cx="10689613" cy="1480043"/>
          </a:xfrm>
        </p:spPr>
        <p:txBody>
          <a:bodyPr/>
          <a:lstStyle/>
          <a:p>
            <a:pPr algn="just"/>
            <a:r>
              <a:rPr lang="pt-BR" dirty="0"/>
              <a:t>Um corpo de texto, frequentemente chamado como corpus, é uma fonte de dados não estruturada, o primeiro passo na análise de texto é dividi-lo em </a:t>
            </a:r>
            <a:r>
              <a:rPr lang="pt-BR" dirty="0" err="1"/>
              <a:t>tokens</a:t>
            </a:r>
            <a:r>
              <a:rPr lang="pt-BR" dirty="0"/>
              <a:t> individuais, representando cada palavra ou partes do texto com um ID único. </a:t>
            </a:r>
          </a:p>
        </p:txBody>
      </p:sp>
      <p:sp>
        <p:nvSpPr>
          <p:cNvPr id="4" name="Retângulo 3">
            <a:extLst>
              <a:ext uri="{FF2B5EF4-FFF2-40B4-BE49-F238E27FC236}">
                <a16:creationId xmlns:a16="http://schemas.microsoft.com/office/drawing/2014/main" id="{4CC8EA94-F3BA-4864-9C44-D1BEE6996614}"/>
              </a:ext>
            </a:extLst>
          </p:cNvPr>
          <p:cNvSpPr/>
          <p:nvPr/>
        </p:nvSpPr>
        <p:spPr>
          <a:xfrm>
            <a:off x="2138780" y="3853492"/>
            <a:ext cx="7914440" cy="498663"/>
          </a:xfrm>
          <a:prstGeom prst="rect">
            <a:avLst/>
          </a:prstGeom>
        </p:spPr>
        <p:txBody>
          <a:bodyPr wrap="square">
            <a:spAutoFit/>
          </a:bodyPr>
          <a:lstStyle/>
          <a:p>
            <a:pPr algn="ctr">
              <a:lnSpc>
                <a:spcPct val="150000"/>
              </a:lnSpc>
            </a:pPr>
            <a:r>
              <a:rPr lang="pt-BR" sz="2000" dirty="0">
                <a:latin typeface="Times New Roman" panose="02020603050405020304" pitchFamily="18" charset="0"/>
                <a:cs typeface="Times New Roman" panose="02020603050405020304" pitchFamily="18" charset="0"/>
              </a:rPr>
              <a:t>A energia do sol ajuda a energizar casas com novas energias renováveis.</a:t>
            </a:r>
          </a:p>
        </p:txBody>
      </p:sp>
      <p:grpSp>
        <p:nvGrpSpPr>
          <p:cNvPr id="8" name="Agrupar 7">
            <a:extLst>
              <a:ext uri="{FF2B5EF4-FFF2-40B4-BE49-F238E27FC236}">
                <a16:creationId xmlns:a16="http://schemas.microsoft.com/office/drawing/2014/main" id="{9CAD1754-0BD5-44F2-BBE3-B9A23D32095E}"/>
              </a:ext>
            </a:extLst>
          </p:cNvPr>
          <p:cNvGrpSpPr/>
          <p:nvPr/>
        </p:nvGrpSpPr>
        <p:grpSpPr>
          <a:xfrm>
            <a:off x="2010138" y="4955963"/>
            <a:ext cx="8171725" cy="1231106"/>
            <a:chOff x="1167008" y="4838222"/>
            <a:chExt cx="8171725" cy="1231106"/>
          </a:xfrm>
        </p:grpSpPr>
        <p:sp>
          <p:nvSpPr>
            <p:cNvPr id="5" name="CaixaDeTexto 4">
              <a:extLst>
                <a:ext uri="{FF2B5EF4-FFF2-40B4-BE49-F238E27FC236}">
                  <a16:creationId xmlns:a16="http://schemas.microsoft.com/office/drawing/2014/main" id="{985CF497-8B83-4308-B7D7-A0A56CCD9030}"/>
                </a:ext>
              </a:extLst>
            </p:cNvPr>
            <p:cNvSpPr txBox="1"/>
            <p:nvPr/>
          </p:nvSpPr>
          <p:spPr>
            <a:xfrm>
              <a:off x="1167008" y="4838222"/>
              <a:ext cx="1567726" cy="1231106"/>
            </a:xfrm>
            <a:prstGeom prst="rect">
              <a:avLst/>
            </a:prstGeom>
            <a:noFill/>
          </p:spPr>
          <p:txBody>
            <a:bodyPr wrap="square" numCol="1" rtlCol="0">
              <a:spAutoFit/>
            </a:bodyPr>
            <a:lstStyle/>
            <a:p>
              <a:pPr marL="342900" indent="-342900">
                <a:buFont typeface="+mj-lt"/>
                <a:buAutoNum type="arabicPeriod"/>
              </a:pPr>
              <a:r>
                <a:rPr lang="pt-BR" dirty="0">
                  <a:latin typeface="Times New Roman" panose="02020603050405020304" pitchFamily="18" charset="0"/>
                  <a:cs typeface="Times New Roman" panose="02020603050405020304" pitchFamily="18" charset="0"/>
                </a:rPr>
                <a:t>A</a:t>
              </a: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energia</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pt-BR" dirty="0">
                  <a:latin typeface="Times New Roman" panose="02020603050405020304" pitchFamily="18" charset="0"/>
                  <a:cs typeface="Times New Roman" panose="02020603050405020304" pitchFamily="18" charset="0"/>
                </a:rPr>
                <a:t>do</a:t>
              </a: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sol</a:t>
              </a:r>
              <a:endParaRPr lang="pt-BR"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11D116A7-6969-47C4-B2A6-9F45CFF67A91}"/>
                </a:ext>
              </a:extLst>
            </p:cNvPr>
            <p:cNvSpPr/>
            <p:nvPr/>
          </p:nvSpPr>
          <p:spPr>
            <a:xfrm>
              <a:off x="4495801" y="4838222"/>
              <a:ext cx="1667933" cy="1231106"/>
            </a:xfrm>
            <a:prstGeom prst="rect">
              <a:avLst/>
            </a:prstGeom>
          </p:spPr>
          <p:txBody>
            <a:bodyPr wrap="square">
              <a:spAutoFit/>
            </a:bodyPr>
            <a:lstStyle/>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ajuda</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pt-BR" dirty="0">
                  <a:latin typeface="Times New Roman" panose="02020603050405020304" pitchFamily="18" charset="0"/>
                  <a:cs typeface="Times New Roman" panose="02020603050405020304" pitchFamily="18" charset="0"/>
                </a:rPr>
                <a:t>a</a:t>
              </a: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energizar</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casas</a:t>
              </a:r>
              <a:endParaRPr lang="pt-BR" dirty="0">
                <a:latin typeface="Times New Roman" panose="02020603050405020304" pitchFamily="18" charset="0"/>
                <a:cs typeface="Times New Roman" panose="02020603050405020304" pitchFamily="18" charset="0"/>
              </a:endParaRPr>
            </a:p>
          </p:txBody>
        </p:sp>
        <p:sp>
          <p:nvSpPr>
            <p:cNvPr id="7" name="Retângulo 6">
              <a:extLst>
                <a:ext uri="{FF2B5EF4-FFF2-40B4-BE49-F238E27FC236}">
                  <a16:creationId xmlns:a16="http://schemas.microsoft.com/office/drawing/2014/main" id="{CCD79A1A-C96D-4F87-BD6E-6831A50E422B}"/>
                </a:ext>
              </a:extLst>
            </p:cNvPr>
            <p:cNvSpPr/>
            <p:nvPr/>
          </p:nvSpPr>
          <p:spPr>
            <a:xfrm>
              <a:off x="7924800" y="4853611"/>
              <a:ext cx="1413933" cy="1200329"/>
            </a:xfrm>
            <a:prstGeom prst="rect">
              <a:avLst/>
            </a:prstGeom>
          </p:spPr>
          <p:txBody>
            <a:bodyPr wrap="square">
              <a:spAutoFit/>
            </a:bodyPr>
            <a:lstStyle/>
            <a:p>
              <a:pPr marL="342900" indent="-342900">
                <a:buFont typeface="+mj-lt"/>
                <a:buAutoNum type="arabicPeriod" startAt="9"/>
              </a:pPr>
              <a:r>
                <a:rPr lang="pt-BR" sz="1800" dirty="0">
                  <a:latin typeface="Times New Roman" panose="02020603050405020304" pitchFamily="18" charset="0"/>
                  <a:cs typeface="Times New Roman" panose="02020603050405020304" pitchFamily="18" charset="0"/>
                </a:rPr>
                <a:t>com</a:t>
              </a:r>
              <a:r>
                <a:rPr lang="pt-BR" dirty="0">
                  <a:latin typeface="Times New Roman" panose="02020603050405020304" pitchFamily="18" charset="0"/>
                  <a:cs typeface="Times New Roman" panose="02020603050405020304" pitchFamily="18" charset="0"/>
                </a:rPr>
                <a:t> </a:t>
              </a:r>
            </a:p>
            <a:p>
              <a:pPr marL="342900" indent="-342900">
                <a:buFont typeface="+mj-lt"/>
                <a:buAutoNum type="arabicPeriod" startAt="9"/>
              </a:pPr>
              <a:r>
                <a:rPr lang="pt-BR" sz="1800" dirty="0">
                  <a:latin typeface="Times New Roman" panose="02020603050405020304" pitchFamily="18" charset="0"/>
                  <a:cs typeface="Times New Roman" panose="02020603050405020304" pitchFamily="18" charset="0"/>
                </a:rPr>
                <a:t>novas</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startAt="9"/>
              </a:pPr>
              <a:r>
                <a:rPr lang="pt-BR" sz="1800" dirty="0">
                  <a:latin typeface="Times New Roman" panose="02020603050405020304" pitchFamily="18" charset="0"/>
                  <a:cs typeface="Times New Roman" panose="02020603050405020304" pitchFamily="18" charset="0"/>
                </a:rPr>
                <a:t>Energias</a:t>
              </a:r>
            </a:p>
            <a:p>
              <a:pPr marL="342900" indent="-342900">
                <a:buFont typeface="+mj-lt"/>
                <a:buAutoNum type="arabicPeriod" startAt="9"/>
              </a:pPr>
              <a:r>
                <a:rPr lang="pt-BR" sz="1800" dirty="0">
                  <a:latin typeface="Times New Roman" panose="02020603050405020304" pitchFamily="18" charset="0"/>
                  <a:cs typeface="Times New Roman" panose="02020603050405020304" pitchFamily="18" charset="0"/>
                </a:rPr>
                <a:t>energias</a:t>
              </a:r>
            </a:p>
          </p:txBody>
        </p:sp>
      </p:grpSp>
    </p:spTree>
    <p:extLst>
      <p:ext uri="{BB962C8B-B14F-4D97-AF65-F5344CB8AC3E}">
        <p14:creationId xmlns:p14="http://schemas.microsoft.com/office/powerpoint/2010/main" val="554872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90AD65-CFFD-4C1C-9847-35EDE50BC0D1}"/>
              </a:ext>
            </a:extLst>
          </p:cNvPr>
          <p:cNvSpPr>
            <a:spLocks noGrp="1"/>
          </p:cNvSpPr>
          <p:nvPr>
            <p:ph type="title"/>
          </p:nvPr>
        </p:nvSpPr>
        <p:spPr/>
        <p:txBody>
          <a:bodyPr/>
          <a:lstStyle/>
          <a:p>
            <a:r>
              <a:rPr lang="pt-BR" dirty="0" err="1"/>
              <a:t>Tokenização</a:t>
            </a:r>
            <a:endParaRPr lang="pt-BR" dirty="0"/>
          </a:p>
        </p:txBody>
      </p:sp>
      <p:sp>
        <p:nvSpPr>
          <p:cNvPr id="3" name="Espaço Reservado para Texto 2">
            <a:extLst>
              <a:ext uri="{FF2B5EF4-FFF2-40B4-BE49-F238E27FC236}">
                <a16:creationId xmlns:a16="http://schemas.microsoft.com/office/drawing/2014/main" id="{2705F858-5E09-4FD8-83BF-940C37F193A4}"/>
              </a:ext>
            </a:extLst>
          </p:cNvPr>
          <p:cNvSpPr>
            <a:spLocks noGrp="1"/>
          </p:cNvSpPr>
          <p:nvPr>
            <p:ph type="body" sz="quarter" idx="10"/>
          </p:nvPr>
        </p:nvSpPr>
        <p:spPr>
          <a:xfrm>
            <a:off x="833519" y="1838890"/>
            <a:ext cx="10689613" cy="1480043"/>
          </a:xfrm>
        </p:spPr>
        <p:txBody>
          <a:bodyPr/>
          <a:lstStyle/>
          <a:p>
            <a:pPr algn="just"/>
            <a:r>
              <a:rPr lang="pt-BR" dirty="0"/>
              <a:t>O segundo passo é a normalização, esse passo é fundamental para remover capitalização e pontuações, também podendo optar por remover as chamadas palavras de parada, como de, e, para, que não são uteis para determinar o significado semântico do texto.</a:t>
            </a:r>
          </a:p>
        </p:txBody>
      </p:sp>
      <p:sp>
        <p:nvSpPr>
          <p:cNvPr id="5" name="CaixaDeTexto 4">
            <a:extLst>
              <a:ext uri="{FF2B5EF4-FFF2-40B4-BE49-F238E27FC236}">
                <a16:creationId xmlns:a16="http://schemas.microsoft.com/office/drawing/2014/main" id="{985CF497-8B83-4308-B7D7-A0A56CCD9030}"/>
              </a:ext>
            </a:extLst>
          </p:cNvPr>
          <p:cNvSpPr txBox="1"/>
          <p:nvPr/>
        </p:nvSpPr>
        <p:spPr>
          <a:xfrm>
            <a:off x="3696647" y="4979123"/>
            <a:ext cx="1567726" cy="1231106"/>
          </a:xfrm>
          <a:prstGeom prst="rect">
            <a:avLst/>
          </a:prstGeom>
          <a:noFill/>
        </p:spPr>
        <p:txBody>
          <a:bodyPr wrap="square" numCol="1" rtlCol="0">
            <a:spAutoFit/>
          </a:bodyPr>
          <a:lstStyle/>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energia</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sol</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ajuda</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energizar</a:t>
            </a:r>
            <a:endParaRPr lang="pt-BR" dirty="0">
              <a:latin typeface="Times New Roman" panose="02020603050405020304" pitchFamily="18" charset="0"/>
              <a:cs typeface="Times New Roman" panose="02020603050405020304" pitchFamily="18" charset="0"/>
            </a:endParaRPr>
          </a:p>
        </p:txBody>
      </p:sp>
      <p:sp>
        <p:nvSpPr>
          <p:cNvPr id="6" name="Retângulo 5">
            <a:extLst>
              <a:ext uri="{FF2B5EF4-FFF2-40B4-BE49-F238E27FC236}">
                <a16:creationId xmlns:a16="http://schemas.microsoft.com/office/drawing/2014/main" id="{11D116A7-6969-47C4-B2A6-9F45CFF67A91}"/>
              </a:ext>
            </a:extLst>
          </p:cNvPr>
          <p:cNvSpPr/>
          <p:nvPr/>
        </p:nvSpPr>
        <p:spPr>
          <a:xfrm>
            <a:off x="6927629" y="4979123"/>
            <a:ext cx="1667933" cy="1231106"/>
          </a:xfrm>
          <a:prstGeom prst="rect">
            <a:avLst/>
          </a:prstGeom>
        </p:spPr>
        <p:txBody>
          <a:bodyPr wrap="square">
            <a:spAutoFit/>
          </a:bodyPr>
          <a:lstStyle/>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casas</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novas</a:t>
            </a:r>
            <a:endParaRPr lang="pt-BR"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energias</a:t>
            </a: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renováveis</a:t>
            </a:r>
            <a:endParaRPr lang="pt-BR" dirty="0">
              <a:latin typeface="Times New Roman" panose="02020603050405020304" pitchFamily="18" charset="0"/>
              <a:cs typeface="Times New Roman" panose="02020603050405020304" pitchFamily="18" charset="0"/>
            </a:endParaRPr>
          </a:p>
        </p:txBody>
      </p:sp>
      <p:sp>
        <p:nvSpPr>
          <p:cNvPr id="9" name="Retângulo 8">
            <a:extLst>
              <a:ext uri="{FF2B5EF4-FFF2-40B4-BE49-F238E27FC236}">
                <a16:creationId xmlns:a16="http://schemas.microsoft.com/office/drawing/2014/main" id="{35BEF286-F39E-4FAC-B86D-EFC08A0E7DE1}"/>
              </a:ext>
            </a:extLst>
          </p:cNvPr>
          <p:cNvSpPr/>
          <p:nvPr/>
        </p:nvSpPr>
        <p:spPr>
          <a:xfrm>
            <a:off x="2221105" y="3899696"/>
            <a:ext cx="7914440" cy="498663"/>
          </a:xfrm>
          <a:prstGeom prst="rect">
            <a:avLst/>
          </a:prstGeom>
        </p:spPr>
        <p:txBody>
          <a:bodyPr wrap="square">
            <a:spAutoFit/>
          </a:bodyPr>
          <a:lstStyle/>
          <a:p>
            <a:pPr algn="ctr">
              <a:lnSpc>
                <a:spcPct val="150000"/>
              </a:lnSpc>
            </a:pPr>
            <a:r>
              <a:rPr lang="pt-BR" sz="2000" dirty="0">
                <a:latin typeface="Times New Roman" panose="02020603050405020304" pitchFamily="18" charset="0"/>
                <a:cs typeface="Times New Roman" panose="02020603050405020304" pitchFamily="18" charset="0"/>
              </a:rPr>
              <a:t>A energia do sol ajuda a energizar casas com novas energias renováveis.</a:t>
            </a:r>
          </a:p>
        </p:txBody>
      </p:sp>
    </p:spTree>
    <p:extLst>
      <p:ext uri="{BB962C8B-B14F-4D97-AF65-F5344CB8AC3E}">
        <p14:creationId xmlns:p14="http://schemas.microsoft.com/office/powerpoint/2010/main" val="10073171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93D8F62-0275-41B3-9E30-EAE960608983}"/>
              </a:ext>
            </a:extLst>
          </p:cNvPr>
          <p:cNvSpPr>
            <a:spLocks noGrp="1"/>
          </p:cNvSpPr>
          <p:nvPr>
            <p:ph type="title"/>
          </p:nvPr>
        </p:nvSpPr>
        <p:spPr/>
        <p:txBody>
          <a:bodyPr/>
          <a:lstStyle/>
          <a:p>
            <a:r>
              <a:rPr lang="pt-BR" dirty="0"/>
              <a:t>Palavras de Parada (ou </a:t>
            </a:r>
            <a:r>
              <a:rPr lang="pt-BR" i="1" dirty="0"/>
              <a:t>stop </a:t>
            </a:r>
            <a:r>
              <a:rPr lang="pt-BR" i="1" dirty="0" err="1"/>
              <a:t>words</a:t>
            </a:r>
            <a:r>
              <a:rPr lang="pt-BR" dirty="0"/>
              <a:t>)</a:t>
            </a:r>
          </a:p>
        </p:txBody>
      </p:sp>
      <p:sp>
        <p:nvSpPr>
          <p:cNvPr id="3" name="Espaço Reservado para Texto 2">
            <a:extLst>
              <a:ext uri="{FF2B5EF4-FFF2-40B4-BE49-F238E27FC236}">
                <a16:creationId xmlns:a16="http://schemas.microsoft.com/office/drawing/2014/main" id="{F7D7D1D9-90AC-46DA-A92D-2F65579BF6BA}"/>
              </a:ext>
            </a:extLst>
          </p:cNvPr>
          <p:cNvSpPr>
            <a:spLocks noGrp="1"/>
          </p:cNvSpPr>
          <p:nvPr>
            <p:ph type="body" sz="quarter" idx="10"/>
          </p:nvPr>
        </p:nvSpPr>
        <p:spPr/>
        <p:txBody>
          <a:bodyPr/>
          <a:lstStyle/>
          <a:p>
            <a:r>
              <a:rPr lang="pt-BR" dirty="0"/>
              <a:t>No </a:t>
            </a:r>
            <a:r>
              <a:rPr lang="pt-BR" b="1" dirty="0"/>
              <a:t>português</a:t>
            </a:r>
            <a:r>
              <a:rPr lang="pt-BR" dirty="0"/>
              <a:t>, exemplos comuns incluem:</a:t>
            </a:r>
          </a:p>
          <a:p>
            <a:pPr marL="800100" lvl="1" indent="-342900">
              <a:buFont typeface="Arial" panose="020B0604020202020204" pitchFamily="34" charset="0"/>
              <a:buChar char="•"/>
            </a:pPr>
            <a:r>
              <a:rPr lang="pt-BR" b="1" dirty="0"/>
              <a:t>Artigos:</a:t>
            </a:r>
            <a:r>
              <a:rPr lang="pt-BR" dirty="0"/>
              <a:t> o, a, os, as, um, uma, uns, umas</a:t>
            </a:r>
          </a:p>
          <a:p>
            <a:pPr marL="800100" lvl="1" indent="-342900">
              <a:buFont typeface="Arial" panose="020B0604020202020204" pitchFamily="34" charset="0"/>
              <a:buChar char="•"/>
            </a:pPr>
            <a:r>
              <a:rPr lang="pt-BR" b="1" dirty="0"/>
              <a:t>Preposições:</a:t>
            </a:r>
            <a:r>
              <a:rPr lang="pt-BR" dirty="0"/>
              <a:t> de, do, da, dos, das, em, no, na, com, por, para, sobre</a:t>
            </a:r>
          </a:p>
          <a:p>
            <a:pPr marL="800100" lvl="1" indent="-342900">
              <a:buFont typeface="Arial" panose="020B0604020202020204" pitchFamily="34" charset="0"/>
              <a:buChar char="•"/>
            </a:pPr>
            <a:r>
              <a:rPr lang="pt-BR" b="1" dirty="0"/>
              <a:t>Conjunções:</a:t>
            </a:r>
            <a:r>
              <a:rPr lang="pt-BR" dirty="0"/>
              <a:t> e, ou, mas, porque, que, se, quando, como</a:t>
            </a:r>
          </a:p>
          <a:p>
            <a:pPr marL="800100" lvl="1" indent="-342900">
              <a:buFont typeface="Arial" panose="020B0604020202020204" pitchFamily="34" charset="0"/>
              <a:buChar char="•"/>
            </a:pPr>
            <a:r>
              <a:rPr lang="pt-BR" b="1" dirty="0"/>
              <a:t>Pronomes:</a:t>
            </a:r>
            <a:r>
              <a:rPr lang="pt-BR" dirty="0"/>
              <a:t> ele, ela, eles, elas, nós, você, seu, sua</a:t>
            </a:r>
          </a:p>
          <a:p>
            <a:pPr marL="800100" lvl="1" indent="-342900">
              <a:buFont typeface="Arial" panose="020B0604020202020204" pitchFamily="34" charset="0"/>
              <a:buChar char="•"/>
            </a:pPr>
            <a:r>
              <a:rPr lang="pt-BR" b="1" dirty="0"/>
              <a:t>Advérbios comuns:</a:t>
            </a:r>
            <a:r>
              <a:rPr lang="pt-BR" dirty="0"/>
              <a:t> já, ainda, muito, pouco, sempre, nunca</a:t>
            </a:r>
          </a:p>
          <a:p>
            <a:endParaRPr lang="pt-BR" dirty="0"/>
          </a:p>
        </p:txBody>
      </p:sp>
    </p:spTree>
    <p:extLst>
      <p:ext uri="{BB962C8B-B14F-4D97-AF65-F5344CB8AC3E}">
        <p14:creationId xmlns:p14="http://schemas.microsoft.com/office/powerpoint/2010/main" val="39446698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90AD65-CFFD-4C1C-9847-35EDE50BC0D1}"/>
              </a:ext>
            </a:extLst>
          </p:cNvPr>
          <p:cNvSpPr>
            <a:spLocks noGrp="1"/>
          </p:cNvSpPr>
          <p:nvPr>
            <p:ph type="title"/>
          </p:nvPr>
        </p:nvSpPr>
        <p:spPr/>
        <p:txBody>
          <a:bodyPr/>
          <a:lstStyle/>
          <a:p>
            <a:r>
              <a:rPr lang="pt-BR" dirty="0" err="1"/>
              <a:t>Tokenização</a:t>
            </a:r>
            <a:endParaRPr lang="pt-BR" dirty="0"/>
          </a:p>
        </p:txBody>
      </p:sp>
      <p:sp>
        <p:nvSpPr>
          <p:cNvPr id="3" name="Espaço Reservado para Texto 2">
            <a:extLst>
              <a:ext uri="{FF2B5EF4-FFF2-40B4-BE49-F238E27FC236}">
                <a16:creationId xmlns:a16="http://schemas.microsoft.com/office/drawing/2014/main" id="{2705F858-5E09-4FD8-83BF-940C37F193A4}"/>
              </a:ext>
            </a:extLst>
          </p:cNvPr>
          <p:cNvSpPr>
            <a:spLocks noGrp="1"/>
          </p:cNvSpPr>
          <p:nvPr>
            <p:ph type="body" sz="quarter" idx="10"/>
          </p:nvPr>
        </p:nvSpPr>
        <p:spPr>
          <a:xfrm>
            <a:off x="833519" y="1838890"/>
            <a:ext cx="10689613" cy="1480043"/>
          </a:xfrm>
        </p:spPr>
        <p:txBody>
          <a:bodyPr/>
          <a:lstStyle/>
          <a:p>
            <a:pPr algn="just"/>
            <a:r>
              <a:rPr lang="pt-BR" dirty="0"/>
              <a:t>Em seguida devemos refinar a coleção de </a:t>
            </a:r>
            <a:r>
              <a:rPr lang="pt-BR" dirty="0" err="1"/>
              <a:t>tokens</a:t>
            </a:r>
            <a:r>
              <a:rPr lang="pt-BR" dirty="0"/>
              <a:t> consolidando palavras com raízes semelhantes, como energia, energias, energizar, para isso é aplicado um algoritmo simples de </a:t>
            </a:r>
            <a:r>
              <a:rPr lang="pt-BR" dirty="0" err="1"/>
              <a:t>stemming</a:t>
            </a:r>
            <a:r>
              <a:rPr lang="pt-BR" dirty="0"/>
              <a:t> para remover terminações comuns de palavras ou utilizando técnicas de lematização mais avançadas.</a:t>
            </a:r>
          </a:p>
        </p:txBody>
      </p:sp>
    </p:spTree>
    <p:extLst>
      <p:ext uri="{BB962C8B-B14F-4D97-AF65-F5344CB8AC3E}">
        <p14:creationId xmlns:p14="http://schemas.microsoft.com/office/powerpoint/2010/main" val="30556470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90AD65-CFFD-4C1C-9847-35EDE50BC0D1}"/>
              </a:ext>
            </a:extLst>
          </p:cNvPr>
          <p:cNvSpPr>
            <a:spLocks noGrp="1"/>
          </p:cNvSpPr>
          <p:nvPr>
            <p:ph type="title"/>
          </p:nvPr>
        </p:nvSpPr>
        <p:spPr/>
        <p:txBody>
          <a:bodyPr/>
          <a:lstStyle/>
          <a:p>
            <a:r>
              <a:rPr lang="pt-BR" b="1" dirty="0" err="1"/>
              <a:t>Stemming</a:t>
            </a:r>
            <a:r>
              <a:rPr lang="pt-BR" dirty="0"/>
              <a:t> </a:t>
            </a:r>
            <a:r>
              <a:rPr lang="pt-BR" b="1" dirty="0"/>
              <a:t>x</a:t>
            </a:r>
            <a:r>
              <a:rPr lang="pt-BR" dirty="0"/>
              <a:t> </a:t>
            </a:r>
            <a:r>
              <a:rPr lang="pt-BR" b="1" dirty="0"/>
              <a:t>Lematização</a:t>
            </a:r>
            <a:endParaRPr lang="pt-BR" dirty="0"/>
          </a:p>
        </p:txBody>
      </p:sp>
      <p:sp>
        <p:nvSpPr>
          <p:cNvPr id="6" name="Espaço Reservado para Texto 5">
            <a:extLst>
              <a:ext uri="{FF2B5EF4-FFF2-40B4-BE49-F238E27FC236}">
                <a16:creationId xmlns:a16="http://schemas.microsoft.com/office/drawing/2014/main" id="{5CF8CCDA-215C-49E1-92B8-594138B147C1}"/>
              </a:ext>
            </a:extLst>
          </p:cNvPr>
          <p:cNvSpPr>
            <a:spLocks noGrp="1"/>
          </p:cNvSpPr>
          <p:nvPr>
            <p:ph type="body" sz="quarter" idx="10"/>
          </p:nvPr>
        </p:nvSpPr>
        <p:spPr>
          <a:xfrm>
            <a:off x="833520" y="1838890"/>
            <a:ext cx="10647658" cy="997443"/>
          </a:xfrm>
        </p:spPr>
        <p:txBody>
          <a:bodyPr/>
          <a:lstStyle/>
          <a:p>
            <a:r>
              <a:rPr lang="pt-BR" dirty="0"/>
              <a:t>Existem diferentes formas de tratar palavras em textos. </a:t>
            </a:r>
            <a:r>
              <a:rPr lang="pt-BR" dirty="0" err="1"/>
              <a:t>Stemming</a:t>
            </a:r>
            <a:r>
              <a:rPr lang="pt-BR" dirty="0"/>
              <a:t> e lematização ajudam a agrupar variações de uma mesma palavra, facilitando a análise e compreensão dos dados.</a:t>
            </a:r>
          </a:p>
        </p:txBody>
      </p:sp>
      <p:pic>
        <p:nvPicPr>
          <p:cNvPr id="8" name="Imagem 7">
            <a:extLst>
              <a:ext uri="{FF2B5EF4-FFF2-40B4-BE49-F238E27FC236}">
                <a16:creationId xmlns:a16="http://schemas.microsoft.com/office/drawing/2014/main" id="{B58CEE21-BE84-4351-B95D-F33A96D9C017}"/>
              </a:ext>
            </a:extLst>
          </p:cNvPr>
          <p:cNvPicPr>
            <a:picLocks noChangeAspect="1"/>
          </p:cNvPicPr>
          <p:nvPr/>
        </p:nvPicPr>
        <p:blipFill>
          <a:blip r:embed="rId2"/>
          <a:stretch>
            <a:fillRect/>
          </a:stretch>
        </p:blipFill>
        <p:spPr>
          <a:xfrm>
            <a:off x="1516710" y="3370892"/>
            <a:ext cx="9158580" cy="2697478"/>
          </a:xfrm>
          <a:prstGeom prst="rect">
            <a:avLst/>
          </a:prstGeom>
        </p:spPr>
      </p:pic>
    </p:spTree>
    <p:extLst>
      <p:ext uri="{BB962C8B-B14F-4D97-AF65-F5344CB8AC3E}">
        <p14:creationId xmlns:p14="http://schemas.microsoft.com/office/powerpoint/2010/main" val="1724427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90AD65-CFFD-4C1C-9847-35EDE50BC0D1}"/>
              </a:ext>
            </a:extLst>
          </p:cNvPr>
          <p:cNvSpPr>
            <a:spLocks noGrp="1"/>
          </p:cNvSpPr>
          <p:nvPr>
            <p:ph type="title"/>
          </p:nvPr>
        </p:nvSpPr>
        <p:spPr/>
        <p:txBody>
          <a:bodyPr/>
          <a:lstStyle/>
          <a:p>
            <a:r>
              <a:rPr lang="pt-BR" dirty="0" err="1"/>
              <a:t>Tokenização</a:t>
            </a:r>
            <a:endParaRPr lang="pt-BR" dirty="0"/>
          </a:p>
        </p:txBody>
      </p:sp>
      <p:sp>
        <p:nvSpPr>
          <p:cNvPr id="3" name="Espaço Reservado para Texto 2">
            <a:extLst>
              <a:ext uri="{FF2B5EF4-FFF2-40B4-BE49-F238E27FC236}">
                <a16:creationId xmlns:a16="http://schemas.microsoft.com/office/drawing/2014/main" id="{2705F858-5E09-4FD8-83BF-940C37F193A4}"/>
              </a:ext>
            </a:extLst>
          </p:cNvPr>
          <p:cNvSpPr>
            <a:spLocks noGrp="1"/>
          </p:cNvSpPr>
          <p:nvPr>
            <p:ph type="body" sz="quarter" idx="10"/>
          </p:nvPr>
        </p:nvSpPr>
        <p:spPr>
          <a:xfrm>
            <a:off x="833519" y="1838890"/>
            <a:ext cx="10689613" cy="1480043"/>
          </a:xfrm>
        </p:spPr>
        <p:txBody>
          <a:bodyPr/>
          <a:lstStyle/>
          <a:p>
            <a:pPr algn="just"/>
            <a:r>
              <a:rPr lang="pt-BR" dirty="0"/>
              <a:t>Por fim devemos categorizar os </a:t>
            </a:r>
            <a:r>
              <a:rPr lang="pt-BR" dirty="0" err="1"/>
              <a:t>tokens</a:t>
            </a:r>
            <a:r>
              <a:rPr lang="pt-BR" dirty="0"/>
              <a:t> em tipos de palavras de partes gramaticais, como verbos, substantivo e adjetivos.</a:t>
            </a:r>
          </a:p>
        </p:txBody>
      </p:sp>
      <p:sp>
        <p:nvSpPr>
          <p:cNvPr id="4" name="Retângulo 3">
            <a:extLst>
              <a:ext uri="{FF2B5EF4-FFF2-40B4-BE49-F238E27FC236}">
                <a16:creationId xmlns:a16="http://schemas.microsoft.com/office/drawing/2014/main" id="{4CC8EA94-F3BA-4864-9C44-D1BEE6996614}"/>
              </a:ext>
            </a:extLst>
          </p:cNvPr>
          <p:cNvSpPr/>
          <p:nvPr/>
        </p:nvSpPr>
        <p:spPr>
          <a:xfrm>
            <a:off x="2138780" y="3318933"/>
            <a:ext cx="7914440" cy="498663"/>
          </a:xfrm>
          <a:prstGeom prst="rect">
            <a:avLst/>
          </a:prstGeom>
        </p:spPr>
        <p:txBody>
          <a:bodyPr wrap="square">
            <a:spAutoFit/>
          </a:bodyPr>
          <a:lstStyle/>
          <a:p>
            <a:pPr algn="ctr">
              <a:lnSpc>
                <a:spcPct val="150000"/>
              </a:lnSpc>
            </a:pPr>
            <a:r>
              <a:rPr lang="pt-BR" sz="2000" dirty="0">
                <a:latin typeface="Times New Roman" panose="02020603050405020304" pitchFamily="18" charset="0"/>
                <a:ea typeface="+mn-ea"/>
                <a:cs typeface="Times New Roman" panose="02020603050405020304" pitchFamily="18" charset="0"/>
              </a:rPr>
              <a:t>A energia do sol ajuda a energizar casas com novas energias renováveis.</a:t>
            </a:r>
          </a:p>
        </p:txBody>
      </p:sp>
      <p:sp>
        <p:nvSpPr>
          <p:cNvPr id="7" name="CaixaDeTexto 6">
            <a:extLst>
              <a:ext uri="{FF2B5EF4-FFF2-40B4-BE49-F238E27FC236}">
                <a16:creationId xmlns:a16="http://schemas.microsoft.com/office/drawing/2014/main" id="{134F8818-0DD7-4844-8526-2B4C701B1367}"/>
              </a:ext>
            </a:extLst>
          </p:cNvPr>
          <p:cNvSpPr txBox="1"/>
          <p:nvPr/>
        </p:nvSpPr>
        <p:spPr>
          <a:xfrm>
            <a:off x="2034822" y="4712863"/>
            <a:ext cx="3008258" cy="1200329"/>
          </a:xfrm>
          <a:prstGeom prst="rect">
            <a:avLst/>
          </a:prstGeom>
          <a:noFill/>
        </p:spPr>
        <p:txBody>
          <a:bodyPr wrap="square" numCol="1" rtlCol="0">
            <a:spAutoFit/>
          </a:bodyPr>
          <a:lstStyle/>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energia (</a:t>
            </a:r>
            <a:r>
              <a:rPr lang="pt-BR" dirty="0">
                <a:latin typeface="Times New Roman" panose="02020603050405020304" pitchFamily="18" charset="0"/>
                <a:cs typeface="Times New Roman" panose="02020603050405020304" pitchFamily="18" charset="0"/>
              </a:rPr>
              <a:t>substantivo)</a:t>
            </a: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sol (</a:t>
            </a:r>
            <a:r>
              <a:rPr lang="pt-BR" dirty="0">
                <a:latin typeface="Times New Roman" panose="02020603050405020304" pitchFamily="18" charset="0"/>
                <a:cs typeface="Times New Roman" panose="02020603050405020304" pitchFamily="18" charset="0"/>
              </a:rPr>
              <a:t>substantivo)</a:t>
            </a: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ajuda (</a:t>
            </a:r>
            <a:r>
              <a:rPr lang="pt-BR" dirty="0">
                <a:latin typeface="Times New Roman" panose="02020603050405020304" pitchFamily="18" charset="0"/>
                <a:cs typeface="Times New Roman" panose="02020603050405020304" pitchFamily="18" charset="0"/>
              </a:rPr>
              <a:t>verbo)</a:t>
            </a:r>
          </a:p>
          <a:p>
            <a:pPr marL="342900" indent="-342900">
              <a:buFont typeface="+mj-lt"/>
              <a:buAutoNum type="arabicPeriod"/>
            </a:pPr>
            <a:r>
              <a:rPr lang="pt-BR" sz="1800" dirty="0">
                <a:latin typeface="Times New Roman" panose="02020603050405020304" pitchFamily="18" charset="0"/>
                <a:cs typeface="Times New Roman" panose="02020603050405020304" pitchFamily="18" charset="0"/>
              </a:rPr>
              <a:t>energizar (</a:t>
            </a:r>
            <a:r>
              <a:rPr lang="pt-BR" dirty="0">
                <a:latin typeface="Times New Roman" panose="02020603050405020304" pitchFamily="18" charset="0"/>
                <a:cs typeface="Times New Roman" panose="02020603050405020304" pitchFamily="18" charset="0"/>
              </a:rPr>
              <a:t>verbo)</a:t>
            </a:r>
          </a:p>
        </p:txBody>
      </p:sp>
      <p:sp>
        <p:nvSpPr>
          <p:cNvPr id="8" name="Retângulo 7">
            <a:extLst>
              <a:ext uri="{FF2B5EF4-FFF2-40B4-BE49-F238E27FC236}">
                <a16:creationId xmlns:a16="http://schemas.microsoft.com/office/drawing/2014/main" id="{E2E2BB21-FC43-4280-B08E-0E37353E808E}"/>
              </a:ext>
            </a:extLst>
          </p:cNvPr>
          <p:cNvSpPr/>
          <p:nvPr/>
        </p:nvSpPr>
        <p:spPr>
          <a:xfrm>
            <a:off x="7077902" y="4682086"/>
            <a:ext cx="3079275" cy="1200329"/>
          </a:xfrm>
          <a:prstGeom prst="rect">
            <a:avLst/>
          </a:prstGeom>
        </p:spPr>
        <p:txBody>
          <a:bodyPr wrap="square">
            <a:spAutoFit/>
          </a:bodyPr>
          <a:lstStyle/>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casa (</a:t>
            </a:r>
            <a:r>
              <a:rPr lang="pt-BR" dirty="0">
                <a:latin typeface="Times New Roman" panose="02020603050405020304" pitchFamily="18" charset="0"/>
                <a:cs typeface="Times New Roman" panose="02020603050405020304" pitchFamily="18" charset="0"/>
              </a:rPr>
              <a:t>substantivo)</a:t>
            </a: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nova (</a:t>
            </a:r>
            <a:r>
              <a:rPr lang="pt-BR" dirty="0">
                <a:latin typeface="Times New Roman" panose="02020603050405020304" pitchFamily="18" charset="0"/>
                <a:cs typeface="Times New Roman" panose="02020603050405020304" pitchFamily="18" charset="0"/>
              </a:rPr>
              <a:t>adjetivo)</a:t>
            </a: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energia (</a:t>
            </a:r>
            <a:r>
              <a:rPr lang="pt-BR" dirty="0">
                <a:latin typeface="Times New Roman" panose="02020603050405020304" pitchFamily="18" charset="0"/>
                <a:cs typeface="Times New Roman" panose="02020603050405020304" pitchFamily="18" charset="0"/>
              </a:rPr>
              <a:t>substantivo)</a:t>
            </a:r>
            <a:endParaRPr lang="pt-BR" sz="1800" dirty="0">
              <a:latin typeface="Times New Roman" panose="02020603050405020304" pitchFamily="18" charset="0"/>
              <a:cs typeface="Times New Roman" panose="02020603050405020304" pitchFamily="18" charset="0"/>
            </a:endParaRPr>
          </a:p>
          <a:p>
            <a:pPr marL="342900" indent="-342900">
              <a:buFont typeface="+mj-lt"/>
              <a:buAutoNum type="arabicPeriod" startAt="5"/>
            </a:pPr>
            <a:r>
              <a:rPr lang="pt-BR" sz="1800" dirty="0">
                <a:latin typeface="Times New Roman" panose="02020603050405020304" pitchFamily="18" charset="0"/>
                <a:cs typeface="Times New Roman" panose="02020603050405020304" pitchFamily="18" charset="0"/>
              </a:rPr>
              <a:t>renovável (</a:t>
            </a:r>
            <a:r>
              <a:rPr lang="pt-BR" dirty="0">
                <a:latin typeface="Times New Roman" panose="02020603050405020304" pitchFamily="18" charset="0"/>
                <a:cs typeface="Times New Roman" panose="02020603050405020304" pitchFamily="18" charset="0"/>
              </a:rPr>
              <a:t>adjetivo)</a:t>
            </a:r>
          </a:p>
        </p:txBody>
      </p:sp>
    </p:spTree>
    <p:extLst>
      <p:ext uri="{BB962C8B-B14F-4D97-AF65-F5344CB8AC3E}">
        <p14:creationId xmlns:p14="http://schemas.microsoft.com/office/powerpoint/2010/main" val="41912982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3ED57D-8B74-4F02-9178-02CDE414E10F}"/>
              </a:ext>
            </a:extLst>
          </p:cNvPr>
          <p:cNvSpPr>
            <a:spLocks noGrp="1"/>
          </p:cNvSpPr>
          <p:nvPr>
            <p:ph type="title"/>
          </p:nvPr>
        </p:nvSpPr>
        <p:spPr/>
        <p:txBody>
          <a:bodyPr/>
          <a:lstStyle/>
          <a:p>
            <a:r>
              <a:rPr lang="pt-BR" dirty="0"/>
              <a:t>Desafio de </a:t>
            </a:r>
            <a:r>
              <a:rPr lang="pt-BR" dirty="0" err="1"/>
              <a:t>Tokenização</a:t>
            </a:r>
            <a:endParaRPr lang="pt-BR" dirty="0"/>
          </a:p>
        </p:txBody>
      </p:sp>
      <p:sp>
        <p:nvSpPr>
          <p:cNvPr id="3" name="Espaço Reservado para Texto 2">
            <a:extLst>
              <a:ext uri="{FF2B5EF4-FFF2-40B4-BE49-F238E27FC236}">
                <a16:creationId xmlns:a16="http://schemas.microsoft.com/office/drawing/2014/main" id="{69A10135-1552-4FDC-B79E-B4F7A193E162}"/>
              </a:ext>
            </a:extLst>
          </p:cNvPr>
          <p:cNvSpPr>
            <a:spLocks noGrp="1"/>
          </p:cNvSpPr>
          <p:nvPr>
            <p:ph type="body" sz="quarter" idx="10"/>
          </p:nvPr>
        </p:nvSpPr>
        <p:spPr/>
        <p:txBody>
          <a:bodyPr/>
          <a:lstStyle/>
          <a:p>
            <a:r>
              <a:rPr lang="pt-BR" sz="1800" dirty="0"/>
              <a:t>Leia a frase abaixo e, em seguida, divida-a em </a:t>
            </a:r>
            <a:r>
              <a:rPr lang="pt-BR" sz="1800" dirty="0" err="1"/>
              <a:t>tokens</a:t>
            </a:r>
            <a:r>
              <a:rPr lang="pt-BR" sz="1800" dirty="0"/>
              <a:t>, removendo as palavras de parada (como “a”, “do”, “com”) e identificando a classe gramatical de cada </a:t>
            </a:r>
            <a:r>
              <a:rPr lang="pt-BR" sz="1800" dirty="0" err="1"/>
              <a:t>token</a:t>
            </a:r>
            <a:r>
              <a:rPr lang="pt-BR" sz="1800" dirty="0"/>
              <a:t> restante</a:t>
            </a:r>
          </a:p>
          <a:p>
            <a:endParaRPr lang="pt-BR" sz="1800" dirty="0"/>
          </a:p>
          <a:p>
            <a:pPr algn="ctr"/>
            <a:r>
              <a:rPr lang="pt-BR" sz="1800" b="1" dirty="0"/>
              <a:t>O professor ensina os alunos a desenvolver projetos de tecnologia inovadores e sustentáveis</a:t>
            </a:r>
          </a:p>
          <a:p>
            <a:endParaRPr lang="pt-BR" sz="1800" dirty="0"/>
          </a:p>
          <a:p>
            <a:r>
              <a:rPr lang="pt-BR" sz="1800" dirty="0"/>
              <a:t>Objetivos do exercício:</a:t>
            </a:r>
          </a:p>
          <a:p>
            <a:pPr marL="800100" lvl="1" indent="-342900">
              <a:buFont typeface="Arial" panose="020B0604020202020204" pitchFamily="34" charset="0"/>
              <a:buChar char="•"/>
            </a:pPr>
            <a:r>
              <a:rPr lang="pt-BR" sz="1600" dirty="0"/>
              <a:t>Identificar cada </a:t>
            </a:r>
            <a:r>
              <a:rPr lang="pt-BR" sz="1600" dirty="0" err="1"/>
              <a:t>token</a:t>
            </a:r>
            <a:r>
              <a:rPr lang="pt-BR" sz="1600" dirty="0"/>
              <a:t> da frase.</a:t>
            </a:r>
          </a:p>
          <a:p>
            <a:pPr marL="800100" lvl="1" indent="-342900">
              <a:buFont typeface="Arial" panose="020B0604020202020204" pitchFamily="34" charset="0"/>
              <a:buChar char="•"/>
            </a:pPr>
            <a:r>
              <a:rPr lang="pt-BR" sz="1600" dirty="0"/>
              <a:t>Remover palavras irrelevantes (stop </a:t>
            </a:r>
            <a:r>
              <a:rPr lang="pt-BR" sz="1600" dirty="0" err="1"/>
              <a:t>words</a:t>
            </a:r>
            <a:r>
              <a:rPr lang="pt-BR" sz="1600" dirty="0"/>
              <a:t>).</a:t>
            </a:r>
          </a:p>
          <a:p>
            <a:pPr marL="800100" lvl="1" indent="-342900">
              <a:buFont typeface="Arial" panose="020B0604020202020204" pitchFamily="34" charset="0"/>
              <a:buChar char="•"/>
            </a:pPr>
            <a:r>
              <a:rPr lang="pt-BR" sz="1600" dirty="0"/>
              <a:t>Categorizar </a:t>
            </a:r>
            <a:r>
              <a:rPr lang="pt-BR" sz="1600" dirty="0" err="1"/>
              <a:t>tokens</a:t>
            </a:r>
            <a:r>
              <a:rPr lang="pt-BR" sz="1600" dirty="0"/>
              <a:t> em partes gramaticais (substantivo, verbo, adjetivo etc.).</a:t>
            </a:r>
          </a:p>
        </p:txBody>
      </p:sp>
    </p:spTree>
    <p:extLst>
      <p:ext uri="{BB962C8B-B14F-4D97-AF65-F5344CB8AC3E}">
        <p14:creationId xmlns:p14="http://schemas.microsoft.com/office/powerpoint/2010/main" val="7105737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ítulo 5">
            <a:extLst>
              <a:ext uri="{FF2B5EF4-FFF2-40B4-BE49-F238E27FC236}">
                <a16:creationId xmlns:a16="http://schemas.microsoft.com/office/drawing/2014/main" id="{332463CE-F545-4E6D-8A9E-B49C29FB894C}"/>
              </a:ext>
            </a:extLst>
          </p:cNvPr>
          <p:cNvSpPr>
            <a:spLocks noGrp="1"/>
          </p:cNvSpPr>
          <p:nvPr>
            <p:ph type="ctrTitle"/>
          </p:nvPr>
        </p:nvSpPr>
        <p:spPr/>
        <p:txBody>
          <a:bodyPr/>
          <a:lstStyle/>
          <a:p>
            <a:r>
              <a:rPr lang="pt-BR" dirty="0"/>
              <a:t>Análise de texto estatístico.</a:t>
            </a:r>
          </a:p>
        </p:txBody>
      </p:sp>
    </p:spTree>
    <p:extLst>
      <p:ext uri="{BB962C8B-B14F-4D97-AF65-F5344CB8AC3E}">
        <p14:creationId xmlns:p14="http://schemas.microsoft.com/office/powerpoint/2010/main" val="14644585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3B7071CF-19F7-442B-90BF-BAE8CB180901}"/>
              </a:ext>
            </a:extLst>
          </p:cNvPr>
          <p:cNvSpPr>
            <a:spLocks noGrp="1"/>
          </p:cNvSpPr>
          <p:nvPr>
            <p:ph type="body" sz="quarter" idx="10"/>
          </p:nvPr>
        </p:nvSpPr>
        <p:spPr/>
        <p:txBody>
          <a:bodyPr/>
          <a:lstStyle/>
          <a:p>
            <a:pPr algn="just"/>
            <a:r>
              <a:rPr lang="pt-BR" dirty="0"/>
              <a:t>Talvez a maneira mais óbvia de verificar os tópicos discutidos em um documento seja simplesmente contar o número de vezes que cada </a:t>
            </a:r>
            <a:r>
              <a:rPr lang="pt-BR" dirty="0" err="1"/>
              <a:t>token</a:t>
            </a:r>
            <a:r>
              <a:rPr lang="pt-BR" dirty="0"/>
              <a:t> normalizado aparece. A suposição é que os termos usados com mais frequência no documento podem ajudar a identificar os assuntos ou temas discutidos. Simplificando, se você puder determinar as palavras mais usadas em um determinado documento, muitas vezes você poderá ter uma boa ideia do que se trata o documento.</a:t>
            </a:r>
          </a:p>
        </p:txBody>
      </p:sp>
      <p:sp>
        <p:nvSpPr>
          <p:cNvPr id="3" name="Título 2">
            <a:extLst>
              <a:ext uri="{FF2B5EF4-FFF2-40B4-BE49-F238E27FC236}">
                <a16:creationId xmlns:a16="http://schemas.microsoft.com/office/drawing/2014/main" id="{26020D3F-1DC0-4F60-8320-2C450801DF5B}"/>
              </a:ext>
            </a:extLst>
          </p:cNvPr>
          <p:cNvSpPr>
            <a:spLocks noGrp="1"/>
          </p:cNvSpPr>
          <p:nvPr>
            <p:ph type="title"/>
          </p:nvPr>
        </p:nvSpPr>
        <p:spPr/>
        <p:txBody>
          <a:bodyPr/>
          <a:lstStyle/>
          <a:p>
            <a:r>
              <a:rPr lang="pt-BR" dirty="0"/>
              <a:t>Análise de Frequência</a:t>
            </a:r>
          </a:p>
        </p:txBody>
      </p:sp>
    </p:spTree>
    <p:extLst>
      <p:ext uri="{BB962C8B-B14F-4D97-AF65-F5344CB8AC3E}">
        <p14:creationId xmlns:p14="http://schemas.microsoft.com/office/powerpoint/2010/main" val="34412280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88B1337C-18FD-4365-A26F-26F2E56D69E5}"/>
              </a:ext>
            </a:extLst>
          </p:cNvPr>
          <p:cNvSpPr>
            <a:spLocks noGrp="1"/>
          </p:cNvSpPr>
          <p:nvPr>
            <p:ph type="title"/>
          </p:nvPr>
        </p:nvSpPr>
        <p:spPr/>
        <p:txBody>
          <a:bodyPr/>
          <a:lstStyle/>
          <a:p>
            <a:pPr algn="l"/>
            <a:r>
              <a:rPr lang="pt-BR" dirty="0"/>
              <a:t>Análise de Frequência</a:t>
            </a:r>
          </a:p>
        </p:txBody>
      </p:sp>
      <p:sp>
        <p:nvSpPr>
          <p:cNvPr id="2" name="Espaço Reservado para Texto 1">
            <a:extLst>
              <a:ext uri="{FF2B5EF4-FFF2-40B4-BE49-F238E27FC236}">
                <a16:creationId xmlns:a16="http://schemas.microsoft.com/office/drawing/2014/main" id="{FDED9161-FE7A-4AEC-A380-E4D4BEF11828}"/>
              </a:ext>
            </a:extLst>
          </p:cNvPr>
          <p:cNvSpPr>
            <a:spLocks noGrp="1"/>
          </p:cNvSpPr>
          <p:nvPr>
            <p:ph type="body" sz="quarter" idx="10"/>
          </p:nvPr>
        </p:nvSpPr>
        <p:spPr>
          <a:xfrm>
            <a:off x="833520" y="1838890"/>
            <a:ext cx="10647658" cy="3181843"/>
          </a:xfrm>
        </p:spPr>
        <p:txBody>
          <a:bodyPr/>
          <a:lstStyle/>
          <a:p>
            <a:pPr algn="just"/>
            <a:r>
              <a:rPr lang="pt-BR" sz="1600" dirty="0"/>
              <a:t>A inteligência artificial (IA) nas empresas modernas oferece benefícios transformadores, aprimorando a eficiência, a tomada de decisões e as experiências do cliente. As empresas podem aproveitar a IA para automatizar tarefas repetitivas, liberando os funcionários para se concentrarem em trabalhos estratégicos, enquanto a análise preditiva e os modelos de aprendizado de máquina permitem decisões baseadas em dados que melhoram a precisão e a velocidade. Ferramentas com IA, como o </a:t>
            </a:r>
            <a:r>
              <a:rPr lang="pt-BR" sz="1600" dirty="0" err="1"/>
              <a:t>Copilot</a:t>
            </a:r>
            <a:r>
              <a:rPr lang="pt-BR" sz="1600" dirty="0"/>
              <a:t>, otimizam os fluxos de trabalho em marketing, finanças e operações, reduzindo custos e aumentando a produtividade. Além disso, aplicativos inteligentes personalizam as interações com os clientes, impulsionando o engajamento e a fidelização. Ao incorporar a IA em processos essenciais, as empresas se beneficiam da capacidade de inovar mais rapidamente, adaptar-se às mudanças do mercado e manter uma vantagem competitiva em uma economia cada vez mais digital.</a:t>
            </a:r>
          </a:p>
        </p:txBody>
      </p:sp>
    </p:spTree>
    <p:extLst>
      <p:ext uri="{BB962C8B-B14F-4D97-AF65-F5344CB8AC3E}">
        <p14:creationId xmlns:p14="http://schemas.microsoft.com/office/powerpoint/2010/main" val="2468174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3393E1-3941-4451-B32B-C7688032066A}"/>
              </a:ext>
            </a:extLst>
          </p:cNvPr>
          <p:cNvSpPr>
            <a:spLocks noGrp="1"/>
          </p:cNvSpPr>
          <p:nvPr>
            <p:ph type="title"/>
          </p:nvPr>
        </p:nvSpPr>
        <p:spPr/>
        <p:txBody>
          <a:bodyPr/>
          <a:lstStyle/>
          <a:p>
            <a:pPr algn="l"/>
            <a:r>
              <a:rPr lang="pt-BR" dirty="0"/>
              <a:t>Análise de Frequência</a:t>
            </a:r>
          </a:p>
        </p:txBody>
      </p:sp>
      <p:sp>
        <p:nvSpPr>
          <p:cNvPr id="3" name="Espaço Reservado para Texto 2">
            <a:extLst>
              <a:ext uri="{FF2B5EF4-FFF2-40B4-BE49-F238E27FC236}">
                <a16:creationId xmlns:a16="http://schemas.microsoft.com/office/drawing/2014/main" id="{005878A4-DCB1-4EC6-BEC5-590DD5C4718A}"/>
              </a:ext>
            </a:extLst>
          </p:cNvPr>
          <p:cNvSpPr>
            <a:spLocks noGrp="1"/>
          </p:cNvSpPr>
          <p:nvPr>
            <p:ph type="body" sz="quarter" idx="10"/>
          </p:nvPr>
        </p:nvSpPr>
        <p:spPr>
          <a:xfrm>
            <a:off x="833520" y="1838890"/>
            <a:ext cx="10647658" cy="1124443"/>
          </a:xfrm>
        </p:spPr>
        <p:txBody>
          <a:bodyPr/>
          <a:lstStyle/>
          <a:p>
            <a:r>
              <a:rPr lang="pt-BR" dirty="0"/>
              <a:t>Depois de </a:t>
            </a:r>
            <a:r>
              <a:rPr lang="pt-BR" dirty="0" err="1"/>
              <a:t>tokenizar</a:t>
            </a:r>
            <a:r>
              <a:rPr lang="pt-BR" dirty="0"/>
              <a:t>, normalizar e aplicar a lematização ao texto, a frequência de cada termo pode ser contada e tabulada; produzindo os seguintes resultados parciais:</a:t>
            </a:r>
          </a:p>
          <a:p>
            <a:endParaRPr lang="pt-BR" dirty="0"/>
          </a:p>
          <a:p>
            <a:endParaRPr lang="pt-BR" dirty="0"/>
          </a:p>
        </p:txBody>
      </p:sp>
      <p:graphicFrame>
        <p:nvGraphicFramePr>
          <p:cNvPr id="5" name="Tabela 4">
            <a:extLst>
              <a:ext uri="{FF2B5EF4-FFF2-40B4-BE49-F238E27FC236}">
                <a16:creationId xmlns:a16="http://schemas.microsoft.com/office/drawing/2014/main" id="{F1CDCFAA-F94A-4CC7-92DF-DDC31B76C9B2}"/>
              </a:ext>
            </a:extLst>
          </p:cNvPr>
          <p:cNvGraphicFramePr>
            <a:graphicFrameLocks noGrp="1"/>
          </p:cNvGraphicFramePr>
          <p:nvPr>
            <p:extLst>
              <p:ext uri="{D42A27DB-BD31-4B8C-83A1-F6EECF244321}">
                <p14:modId xmlns:p14="http://schemas.microsoft.com/office/powerpoint/2010/main" val="846590079"/>
              </p:ext>
            </p:extLst>
          </p:nvPr>
        </p:nvGraphicFramePr>
        <p:xfrm>
          <a:off x="1990725" y="3254534"/>
          <a:ext cx="8210550" cy="2194560"/>
        </p:xfrm>
        <a:graphic>
          <a:graphicData uri="http://schemas.openxmlformats.org/drawingml/2006/table">
            <a:tbl>
              <a:tblPr/>
              <a:tblGrid>
                <a:gridCol w="4105275">
                  <a:extLst>
                    <a:ext uri="{9D8B030D-6E8A-4147-A177-3AD203B41FA5}">
                      <a16:colId xmlns:a16="http://schemas.microsoft.com/office/drawing/2014/main" val="3062603410"/>
                    </a:ext>
                  </a:extLst>
                </a:gridCol>
                <a:gridCol w="4105275">
                  <a:extLst>
                    <a:ext uri="{9D8B030D-6E8A-4147-A177-3AD203B41FA5}">
                      <a16:colId xmlns:a16="http://schemas.microsoft.com/office/drawing/2014/main" val="1600634764"/>
                    </a:ext>
                  </a:extLst>
                </a:gridCol>
              </a:tblGrid>
              <a:tr h="0">
                <a:tc>
                  <a:txBody>
                    <a:bodyPr/>
                    <a:lstStyle/>
                    <a:p>
                      <a:pPr algn="ctr" fontAlgn="t"/>
                      <a:r>
                        <a:rPr lang="pt-BR" dirty="0">
                          <a:effectLst/>
                          <a:latin typeface="Times New Roman" panose="02020603050405020304" pitchFamily="18" charset="0"/>
                          <a:cs typeface="Times New Roman" panose="02020603050405020304" pitchFamily="18" charset="0"/>
                        </a:rPr>
                        <a:t>Palavras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tc>
                  <a:txBody>
                    <a:bodyPr/>
                    <a:lstStyle/>
                    <a:p>
                      <a:pPr algn="ctr" fontAlgn="t"/>
                      <a:r>
                        <a:rPr lang="pt-BR" dirty="0">
                          <a:effectLst/>
                          <a:latin typeface="Times New Roman" panose="02020603050405020304" pitchFamily="18" charset="0"/>
                          <a:cs typeface="Times New Roman" panose="02020603050405020304" pitchFamily="18" charset="0"/>
                        </a:rPr>
                        <a:t>Frequência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60000"/>
                        <a:lumOff val="40000"/>
                      </a:schemeClr>
                    </a:solidFill>
                  </a:tcPr>
                </a:tc>
                <a:extLst>
                  <a:ext uri="{0D108BD9-81ED-4DB2-BD59-A6C34878D82A}">
                    <a16:rowId xmlns:a16="http://schemas.microsoft.com/office/drawing/2014/main" val="1643235422"/>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ia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pt-BR">
                          <a:effectLst/>
                          <a:latin typeface="Times New Roman" panose="02020603050405020304" pitchFamily="18" charset="0"/>
                          <a:cs typeface="Times New Roman" panose="02020603050405020304" pitchFamily="18" charset="0"/>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76602888"/>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empresas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pt-BR">
                          <a:effectLst/>
                          <a:latin typeface="Times New Roman" panose="02020603050405020304" pitchFamily="18" charset="0"/>
                          <a:cs typeface="Times New Roman" panose="02020603050405020304" pitchFamily="18" charset="0"/>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022833700"/>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beneficio</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pt-BR">
                          <a:effectLst/>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307828981"/>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cliente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pt-BR">
                          <a:effectLst/>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325519943"/>
                  </a:ext>
                </a:extLst>
              </a:tr>
              <a:tr h="0">
                <a:tc>
                  <a:txBody>
                    <a:bodyPr/>
                    <a:lstStyle/>
                    <a:p>
                      <a:pPr algn="ctr" fontAlgn="t"/>
                      <a:r>
                        <a:rPr lang="pt-BR" dirty="0" err="1">
                          <a:effectLst/>
                          <a:latin typeface="Times New Roman" panose="02020603050405020304" pitchFamily="18" charset="0"/>
                          <a:cs typeface="Times New Roman" panose="02020603050405020304" pitchFamily="18" charset="0"/>
                        </a:rPr>
                        <a:t>decisao</a:t>
                      </a:r>
                      <a:endParaRPr lang="pt-BR" dirty="0">
                        <a:effectLst/>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58572224"/>
                  </a:ext>
                </a:extLst>
              </a:tr>
            </a:tbl>
          </a:graphicData>
        </a:graphic>
      </p:graphicFrame>
    </p:spTree>
    <p:extLst>
      <p:ext uri="{BB962C8B-B14F-4D97-AF65-F5344CB8AC3E}">
        <p14:creationId xmlns:p14="http://schemas.microsoft.com/office/powerpoint/2010/main" val="1382950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1DB49366-085A-4601-9869-54BA92681F2A}"/>
              </a:ext>
            </a:extLst>
          </p:cNvPr>
          <p:cNvSpPr>
            <a:spLocks noGrp="1"/>
          </p:cNvSpPr>
          <p:nvPr>
            <p:ph type="body" sz="quarter" idx="10"/>
          </p:nvPr>
        </p:nvSpPr>
        <p:spPr>
          <a:xfrm>
            <a:off x="833520" y="2091266"/>
            <a:ext cx="10647658" cy="4035211"/>
          </a:xfrm>
        </p:spPr>
        <p:txBody>
          <a:bodyPr/>
          <a:lstStyle/>
          <a:p>
            <a:pPr algn="just"/>
            <a:r>
              <a:rPr lang="pt-BR" sz="1800" dirty="0"/>
              <a:t>A análise de frequência simples na qual você conta o número de ocorrências de cada </a:t>
            </a:r>
            <a:r>
              <a:rPr lang="pt-BR" sz="1800" dirty="0" err="1"/>
              <a:t>token</a:t>
            </a:r>
            <a:r>
              <a:rPr lang="pt-BR" sz="1800" dirty="0"/>
              <a:t> pode ser uma maneira eficaz de analisar um único documento, mas quando você precisa diferenciar vários documentos dentro do mesmo corpus, você precisa de uma maneira de determinar quais </a:t>
            </a:r>
            <a:r>
              <a:rPr lang="pt-BR" sz="1800" dirty="0" err="1"/>
              <a:t>tokens</a:t>
            </a:r>
            <a:r>
              <a:rPr lang="pt-BR" sz="1800" dirty="0"/>
              <a:t> são mais relevantes em cada documento individual.</a:t>
            </a:r>
          </a:p>
        </p:txBody>
      </p:sp>
      <p:sp>
        <p:nvSpPr>
          <p:cNvPr id="2" name="Título 1">
            <a:extLst>
              <a:ext uri="{FF2B5EF4-FFF2-40B4-BE49-F238E27FC236}">
                <a16:creationId xmlns:a16="http://schemas.microsoft.com/office/drawing/2014/main" id="{815A5C5F-CF6A-4CCD-87B4-936D201A5197}"/>
              </a:ext>
            </a:extLst>
          </p:cNvPr>
          <p:cNvSpPr>
            <a:spLocks noGrp="1"/>
          </p:cNvSpPr>
          <p:nvPr>
            <p:ph type="title"/>
          </p:nvPr>
        </p:nvSpPr>
        <p:spPr>
          <a:xfrm>
            <a:off x="833520" y="731522"/>
            <a:ext cx="8360355" cy="837521"/>
          </a:xfrm>
        </p:spPr>
        <p:txBody>
          <a:bodyPr/>
          <a:lstStyle/>
          <a:p>
            <a:r>
              <a:rPr lang="pt-BR" dirty="0"/>
              <a:t>TF/IDF - Frequência de termo/frequência de documento inverso (TF-IDF)</a:t>
            </a:r>
          </a:p>
        </p:txBody>
      </p:sp>
    </p:spTree>
    <p:extLst>
      <p:ext uri="{BB962C8B-B14F-4D97-AF65-F5344CB8AC3E}">
        <p14:creationId xmlns:p14="http://schemas.microsoft.com/office/powerpoint/2010/main" val="9890348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DF7ACDB0-A26A-42EF-8A37-BA0E85BF793C}"/>
              </a:ext>
            </a:extLst>
          </p:cNvPr>
          <p:cNvSpPr>
            <a:spLocks noGrp="1"/>
          </p:cNvSpPr>
          <p:nvPr>
            <p:ph type="body" sz="quarter" idx="10"/>
          </p:nvPr>
        </p:nvSpPr>
        <p:spPr/>
        <p:txBody>
          <a:bodyPr/>
          <a:lstStyle/>
          <a:p>
            <a:pPr algn="just"/>
            <a:r>
              <a:rPr lang="pt-BR" dirty="0"/>
              <a:t>O Microsoft </a:t>
            </a:r>
            <a:r>
              <a:rPr lang="pt-BR" dirty="0" err="1"/>
              <a:t>Copilot</a:t>
            </a:r>
            <a:r>
              <a:rPr lang="pt-BR" dirty="0"/>
              <a:t> Studio permite a criação declarativa de agentes de IA usando linguagem natural, </a:t>
            </a:r>
            <a:r>
              <a:rPr lang="pt-BR" dirty="0" err="1"/>
              <a:t>prompts</a:t>
            </a:r>
            <a:r>
              <a:rPr lang="pt-BR" dirty="0"/>
              <a:t> e modelos. Com essa abordagem declarativa, um agente de IA é configurado em vez de programado: os criadores definem intenções, ações e conexões de dados e, em seguida, publicam o agente nos canais. O Microsoft </a:t>
            </a:r>
            <a:r>
              <a:rPr lang="pt-BR" dirty="0" err="1"/>
              <a:t>Copilot</a:t>
            </a:r>
            <a:r>
              <a:rPr lang="pt-BR" dirty="0"/>
              <a:t> Studio simplifica a orquestração, a governança e os ciclos de vida do agente, permitindo que um agente de IA seja iterado rapidamente. O uso do Microsoft </a:t>
            </a:r>
            <a:r>
              <a:rPr lang="pt-BR" dirty="0" err="1"/>
              <a:t>Copilot</a:t>
            </a:r>
            <a:r>
              <a:rPr lang="pt-BR" dirty="0"/>
              <a:t> Studio ajuda as empresas modernas a implantar soluções de agentes de IA da Microsoft com rapidez.</a:t>
            </a:r>
          </a:p>
        </p:txBody>
      </p:sp>
      <p:sp>
        <p:nvSpPr>
          <p:cNvPr id="3" name="Título 2">
            <a:extLst>
              <a:ext uri="{FF2B5EF4-FFF2-40B4-BE49-F238E27FC236}">
                <a16:creationId xmlns:a16="http://schemas.microsoft.com/office/drawing/2014/main" id="{B5C2D551-0CE5-4CD5-987C-00E087E0D90D}"/>
              </a:ext>
            </a:extLst>
          </p:cNvPr>
          <p:cNvSpPr>
            <a:spLocks noGrp="1"/>
          </p:cNvSpPr>
          <p:nvPr>
            <p:ph type="title"/>
          </p:nvPr>
        </p:nvSpPr>
        <p:spPr/>
        <p:txBody>
          <a:bodyPr/>
          <a:lstStyle/>
          <a:p>
            <a:pPr algn="l"/>
            <a:r>
              <a:rPr lang="pt-BR" dirty="0"/>
              <a:t>Exemplo A</a:t>
            </a:r>
          </a:p>
        </p:txBody>
      </p:sp>
    </p:spTree>
    <p:extLst>
      <p:ext uri="{BB962C8B-B14F-4D97-AF65-F5344CB8AC3E}">
        <p14:creationId xmlns:p14="http://schemas.microsoft.com/office/powerpoint/2010/main" val="17672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68AAD940-4D4F-4620-926B-C217703184DF}"/>
              </a:ext>
            </a:extLst>
          </p:cNvPr>
          <p:cNvSpPr>
            <a:spLocks noGrp="1"/>
          </p:cNvSpPr>
          <p:nvPr>
            <p:ph type="body" sz="quarter" idx="10"/>
          </p:nvPr>
        </p:nvSpPr>
        <p:spPr/>
        <p:txBody>
          <a:bodyPr/>
          <a:lstStyle/>
          <a:p>
            <a:pPr algn="just"/>
            <a:r>
              <a:rPr lang="pt-BR" dirty="0"/>
              <a:t>O Microsoft </a:t>
            </a:r>
            <a:r>
              <a:rPr lang="pt-BR" dirty="0" err="1"/>
              <a:t>Foundry</a:t>
            </a:r>
            <a:r>
              <a:rPr lang="pt-BR" dirty="0"/>
              <a:t> permite o desenvolvimento de agentes de IA baseado em código com </a:t>
            </a:r>
            <a:r>
              <a:rPr lang="pt-BR" dirty="0" err="1"/>
              <a:t>SDKs</a:t>
            </a:r>
            <a:r>
              <a:rPr lang="pt-BR" dirty="0"/>
              <a:t> e APIs. Os desenvolvedores escrevem código para implementar conversas entre agentes, chamadas de ferramentas, gerenciamento de estado e pipelines personalizados. No Microsoft </a:t>
            </a:r>
            <a:r>
              <a:rPr lang="pt-BR" dirty="0" err="1"/>
              <a:t>Foundry</a:t>
            </a:r>
            <a:r>
              <a:rPr lang="pt-BR" dirty="0"/>
              <a:t>, os engenheiros podem usar Python ou Microsoft C#, integrar os serviços de IA da Microsoft e gerenciar CI/CD para implantar o agente de IA. Esse modelo de desenvolvimento com foco em código oferece suporte à extensibilidade e ao desempenho na criação de aplicativos de agentes de IA do Microsoft </a:t>
            </a:r>
            <a:r>
              <a:rPr lang="pt-BR" dirty="0" err="1"/>
              <a:t>Foundry</a:t>
            </a:r>
            <a:r>
              <a:rPr lang="pt-BR" dirty="0"/>
              <a:t>.</a:t>
            </a:r>
          </a:p>
        </p:txBody>
      </p:sp>
      <p:sp>
        <p:nvSpPr>
          <p:cNvPr id="3" name="Título 2">
            <a:extLst>
              <a:ext uri="{FF2B5EF4-FFF2-40B4-BE49-F238E27FC236}">
                <a16:creationId xmlns:a16="http://schemas.microsoft.com/office/drawing/2014/main" id="{8A294BC4-2D7B-4DC0-BDA5-ECFE11AB153A}"/>
              </a:ext>
            </a:extLst>
          </p:cNvPr>
          <p:cNvSpPr>
            <a:spLocks noGrp="1"/>
          </p:cNvSpPr>
          <p:nvPr>
            <p:ph type="title"/>
          </p:nvPr>
        </p:nvSpPr>
        <p:spPr/>
        <p:txBody>
          <a:bodyPr/>
          <a:lstStyle/>
          <a:p>
            <a:r>
              <a:rPr lang="pt-BR" dirty="0"/>
              <a:t>Exemplo B:</a:t>
            </a:r>
          </a:p>
        </p:txBody>
      </p:sp>
    </p:spTree>
    <p:extLst>
      <p:ext uri="{BB962C8B-B14F-4D97-AF65-F5344CB8AC3E}">
        <p14:creationId xmlns:p14="http://schemas.microsoft.com/office/powerpoint/2010/main" val="907354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ítulo 2">
            <a:extLst>
              <a:ext uri="{FF2B5EF4-FFF2-40B4-BE49-F238E27FC236}">
                <a16:creationId xmlns:a16="http://schemas.microsoft.com/office/drawing/2014/main" id="{0C130810-32E5-4ADF-A2EE-C393E47F2C07}"/>
              </a:ext>
            </a:extLst>
          </p:cNvPr>
          <p:cNvSpPr>
            <a:spLocks noGrp="1"/>
          </p:cNvSpPr>
          <p:nvPr>
            <p:ph type="title"/>
          </p:nvPr>
        </p:nvSpPr>
        <p:spPr/>
        <p:txBody>
          <a:bodyPr/>
          <a:lstStyle/>
          <a:p>
            <a:r>
              <a:rPr lang="pt-BR" dirty="0"/>
              <a:t>Termos dos Exemplos</a:t>
            </a:r>
          </a:p>
        </p:txBody>
      </p:sp>
      <p:sp>
        <p:nvSpPr>
          <p:cNvPr id="2" name="Espaço Reservado para Texto 1">
            <a:extLst>
              <a:ext uri="{FF2B5EF4-FFF2-40B4-BE49-F238E27FC236}">
                <a16:creationId xmlns:a16="http://schemas.microsoft.com/office/drawing/2014/main" id="{690CB1C4-F890-43AA-9F73-5DFC9A330448}"/>
              </a:ext>
            </a:extLst>
          </p:cNvPr>
          <p:cNvSpPr>
            <a:spLocks noGrp="1"/>
          </p:cNvSpPr>
          <p:nvPr>
            <p:ph type="body" sz="quarter" idx="10"/>
          </p:nvPr>
        </p:nvSpPr>
        <p:spPr>
          <a:xfrm>
            <a:off x="833520" y="1838890"/>
            <a:ext cx="10647658" cy="616443"/>
          </a:xfrm>
        </p:spPr>
        <p:txBody>
          <a:bodyPr/>
          <a:lstStyle/>
          <a:p>
            <a:r>
              <a:rPr lang="pt-BR" dirty="0"/>
              <a:t>Os três principais termos mais frequentes nestes exemplos são mostrados nas seguintes tabelas:</a:t>
            </a:r>
          </a:p>
        </p:txBody>
      </p:sp>
      <p:graphicFrame>
        <p:nvGraphicFramePr>
          <p:cNvPr id="4" name="Tabela 3">
            <a:extLst>
              <a:ext uri="{FF2B5EF4-FFF2-40B4-BE49-F238E27FC236}">
                <a16:creationId xmlns:a16="http://schemas.microsoft.com/office/drawing/2014/main" id="{836DBD73-C9A6-40D0-919A-2AB383219632}"/>
              </a:ext>
            </a:extLst>
          </p:cNvPr>
          <p:cNvGraphicFramePr>
            <a:graphicFrameLocks noGrp="1"/>
          </p:cNvGraphicFramePr>
          <p:nvPr>
            <p:extLst>
              <p:ext uri="{D42A27DB-BD31-4B8C-83A1-F6EECF244321}">
                <p14:modId xmlns:p14="http://schemas.microsoft.com/office/powerpoint/2010/main" val="613174486"/>
              </p:ext>
            </p:extLst>
          </p:nvPr>
        </p:nvGraphicFramePr>
        <p:xfrm>
          <a:off x="1346200" y="3955574"/>
          <a:ext cx="2880000" cy="1463040"/>
        </p:xfrm>
        <a:graphic>
          <a:graphicData uri="http://schemas.openxmlformats.org/drawingml/2006/table">
            <a:tbl>
              <a:tblPr/>
              <a:tblGrid>
                <a:gridCol w="1204738">
                  <a:extLst>
                    <a:ext uri="{9D8B030D-6E8A-4147-A177-3AD203B41FA5}">
                      <a16:colId xmlns:a16="http://schemas.microsoft.com/office/drawing/2014/main" val="1676251664"/>
                    </a:ext>
                  </a:extLst>
                </a:gridCol>
                <a:gridCol w="1675262">
                  <a:extLst>
                    <a:ext uri="{9D8B030D-6E8A-4147-A177-3AD203B41FA5}">
                      <a16:colId xmlns:a16="http://schemas.microsoft.com/office/drawing/2014/main" val="1224016422"/>
                    </a:ext>
                  </a:extLst>
                </a:gridCol>
              </a:tblGrid>
              <a:tr h="0">
                <a:tc>
                  <a:txBody>
                    <a:bodyPr/>
                    <a:lstStyle/>
                    <a:p>
                      <a:pPr algn="ctr" fontAlgn="t"/>
                      <a:r>
                        <a:rPr lang="pt-BR" dirty="0">
                          <a:effectLst/>
                          <a:latin typeface="Times New Roman" panose="02020603050405020304" pitchFamily="18" charset="0"/>
                          <a:cs typeface="Times New Roman" panose="02020603050405020304" pitchFamily="18" charset="0"/>
                        </a:rPr>
                        <a:t>Palavras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t"/>
                      <a:r>
                        <a:rPr lang="pt-BR" dirty="0">
                          <a:effectLst/>
                          <a:latin typeface="Times New Roman" panose="02020603050405020304" pitchFamily="18" charset="0"/>
                          <a:cs typeface="Times New Roman" panose="02020603050405020304" pitchFamily="18" charset="0"/>
                        </a:rPr>
                        <a:t>Frequência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176722369"/>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agente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5532620"/>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9950567"/>
                  </a:ext>
                </a:extLst>
              </a:tr>
              <a:tr h="0">
                <a:tc>
                  <a:txBody>
                    <a:bodyPr/>
                    <a:lstStyle/>
                    <a:p>
                      <a:pPr algn="ctr" fontAlgn="t"/>
                      <a:r>
                        <a:rPr lang="pt-BR" dirty="0" err="1">
                          <a:effectLst/>
                          <a:latin typeface="Times New Roman" panose="02020603050405020304" pitchFamily="18" charset="0"/>
                          <a:cs typeface="Times New Roman" panose="02020603050405020304" pitchFamily="18" charset="0"/>
                        </a:rPr>
                        <a:t>microsoft</a:t>
                      </a:r>
                      <a:endParaRPr lang="pt-BR"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489814"/>
                  </a:ext>
                </a:extLst>
              </a:tr>
            </a:tbl>
          </a:graphicData>
        </a:graphic>
      </p:graphicFrame>
      <p:sp>
        <p:nvSpPr>
          <p:cNvPr id="6" name="CaixaDeTexto 5">
            <a:extLst>
              <a:ext uri="{FF2B5EF4-FFF2-40B4-BE49-F238E27FC236}">
                <a16:creationId xmlns:a16="http://schemas.microsoft.com/office/drawing/2014/main" id="{4CD0CAB5-6B45-48FD-9599-9A3FF7F6D2A7}"/>
              </a:ext>
            </a:extLst>
          </p:cNvPr>
          <p:cNvSpPr txBox="1"/>
          <p:nvPr/>
        </p:nvSpPr>
        <p:spPr>
          <a:xfrm>
            <a:off x="841762" y="2798021"/>
            <a:ext cx="1306768"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Exemplo A:</a:t>
            </a:r>
          </a:p>
        </p:txBody>
      </p:sp>
      <p:graphicFrame>
        <p:nvGraphicFramePr>
          <p:cNvPr id="7" name="Tabela 6">
            <a:extLst>
              <a:ext uri="{FF2B5EF4-FFF2-40B4-BE49-F238E27FC236}">
                <a16:creationId xmlns:a16="http://schemas.microsoft.com/office/drawing/2014/main" id="{CE4472B9-DEAF-4820-90FC-B80268CC4551}"/>
              </a:ext>
            </a:extLst>
          </p:cNvPr>
          <p:cNvGraphicFramePr>
            <a:graphicFrameLocks noGrp="1"/>
          </p:cNvGraphicFramePr>
          <p:nvPr>
            <p:extLst>
              <p:ext uri="{D42A27DB-BD31-4B8C-83A1-F6EECF244321}">
                <p14:modId xmlns:p14="http://schemas.microsoft.com/office/powerpoint/2010/main" val="536171605"/>
              </p:ext>
            </p:extLst>
          </p:nvPr>
        </p:nvGraphicFramePr>
        <p:xfrm>
          <a:off x="6600438" y="3955574"/>
          <a:ext cx="2880000" cy="1463040"/>
        </p:xfrm>
        <a:graphic>
          <a:graphicData uri="http://schemas.openxmlformats.org/drawingml/2006/table">
            <a:tbl>
              <a:tblPr/>
              <a:tblGrid>
                <a:gridCol w="1204738">
                  <a:extLst>
                    <a:ext uri="{9D8B030D-6E8A-4147-A177-3AD203B41FA5}">
                      <a16:colId xmlns:a16="http://schemas.microsoft.com/office/drawing/2014/main" val="1676251664"/>
                    </a:ext>
                  </a:extLst>
                </a:gridCol>
                <a:gridCol w="1675262">
                  <a:extLst>
                    <a:ext uri="{9D8B030D-6E8A-4147-A177-3AD203B41FA5}">
                      <a16:colId xmlns:a16="http://schemas.microsoft.com/office/drawing/2014/main" val="1224016422"/>
                    </a:ext>
                  </a:extLst>
                </a:gridCol>
              </a:tblGrid>
              <a:tr h="0">
                <a:tc>
                  <a:txBody>
                    <a:bodyPr/>
                    <a:lstStyle/>
                    <a:p>
                      <a:pPr algn="ctr" fontAlgn="t"/>
                      <a:r>
                        <a:rPr lang="pt-BR" dirty="0">
                          <a:effectLst/>
                          <a:latin typeface="Times New Roman" panose="02020603050405020304" pitchFamily="18" charset="0"/>
                          <a:cs typeface="Times New Roman" panose="02020603050405020304" pitchFamily="18" charset="0"/>
                        </a:rPr>
                        <a:t>Palavras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tc>
                  <a:txBody>
                    <a:bodyPr/>
                    <a:lstStyle/>
                    <a:p>
                      <a:pPr algn="ctr" fontAlgn="t"/>
                      <a:r>
                        <a:rPr lang="pt-BR" dirty="0">
                          <a:effectLst/>
                          <a:latin typeface="Times New Roman" panose="02020603050405020304" pitchFamily="18" charset="0"/>
                          <a:cs typeface="Times New Roman" panose="02020603050405020304" pitchFamily="18" charset="0"/>
                        </a:rPr>
                        <a:t>Frequência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60000"/>
                        <a:lumOff val="40000"/>
                      </a:schemeClr>
                    </a:solidFill>
                  </a:tcPr>
                </a:tc>
                <a:extLst>
                  <a:ext uri="{0D108BD9-81ED-4DB2-BD59-A6C34878D82A}">
                    <a16:rowId xmlns:a16="http://schemas.microsoft.com/office/drawing/2014/main" val="2176722369"/>
                  </a:ext>
                </a:extLst>
              </a:tr>
              <a:tr h="0">
                <a:tc>
                  <a:txBody>
                    <a:bodyPr/>
                    <a:lstStyle/>
                    <a:p>
                      <a:pPr algn="ctr" fontAlgn="t"/>
                      <a:r>
                        <a:rPr lang="pt-BR" b="0" i="0" dirty="0" err="1">
                          <a:solidFill>
                            <a:schemeClr val="tx1"/>
                          </a:solidFill>
                          <a:effectLst/>
                          <a:latin typeface="Times New Roman" panose="02020603050405020304" pitchFamily="18" charset="0"/>
                          <a:ea typeface="+mn-ea"/>
                          <a:cs typeface="Times New Roman" panose="02020603050405020304" pitchFamily="18" charset="0"/>
                        </a:rPr>
                        <a:t>microsoft</a:t>
                      </a:r>
                      <a:endParaRPr lang="pt-BR" dirty="0">
                        <a:effectLst/>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5532620"/>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agente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869950567"/>
                  </a:ext>
                </a:extLst>
              </a:tr>
              <a:tr h="0">
                <a:tc>
                  <a:txBody>
                    <a:bodyPr/>
                    <a:lstStyle/>
                    <a:p>
                      <a:pPr algn="ctr" fontAlgn="t"/>
                      <a:r>
                        <a:rPr lang="pt-BR" dirty="0">
                          <a:effectLst/>
                          <a:latin typeface="Times New Roman" panose="02020603050405020304" pitchFamily="18" charset="0"/>
                          <a:cs typeface="Times New Roman" panose="02020603050405020304" pitchFamily="18" charset="0"/>
                        </a:rPr>
                        <a:t>ia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t"/>
                      <a:r>
                        <a:rPr lang="pt-BR" dirty="0">
                          <a:effectLst/>
                          <a:latin typeface="Times New Roman" panose="02020603050405020304" pitchFamily="18" charset="0"/>
                          <a:cs typeface="Times New Roman" panose="02020603050405020304" pitchFamily="18" charset="0"/>
                        </a:rPr>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489814"/>
                  </a:ext>
                </a:extLst>
              </a:tr>
            </a:tbl>
          </a:graphicData>
        </a:graphic>
      </p:graphicFrame>
      <p:sp>
        <p:nvSpPr>
          <p:cNvPr id="8" name="CaixaDeTexto 7">
            <a:extLst>
              <a:ext uri="{FF2B5EF4-FFF2-40B4-BE49-F238E27FC236}">
                <a16:creationId xmlns:a16="http://schemas.microsoft.com/office/drawing/2014/main" id="{D258D573-4B2A-453C-8906-A09093FD5E58}"/>
              </a:ext>
            </a:extLst>
          </p:cNvPr>
          <p:cNvSpPr txBox="1"/>
          <p:nvPr/>
        </p:nvSpPr>
        <p:spPr>
          <a:xfrm>
            <a:off x="6096000" y="2798021"/>
            <a:ext cx="1293944" cy="369332"/>
          </a:xfrm>
          <a:prstGeom prst="rect">
            <a:avLst/>
          </a:prstGeom>
          <a:noFill/>
        </p:spPr>
        <p:txBody>
          <a:bodyPr wrap="none" rtlCol="0">
            <a:spAutoFit/>
          </a:bodyPr>
          <a:lstStyle/>
          <a:p>
            <a:r>
              <a:rPr lang="pt-BR" dirty="0">
                <a:latin typeface="Times New Roman" panose="02020603050405020304" pitchFamily="18" charset="0"/>
                <a:cs typeface="Times New Roman" panose="02020603050405020304" pitchFamily="18" charset="0"/>
              </a:rPr>
              <a:t>Exemplo B:</a:t>
            </a:r>
          </a:p>
        </p:txBody>
      </p:sp>
    </p:spTree>
    <p:extLst>
      <p:ext uri="{BB962C8B-B14F-4D97-AF65-F5344CB8AC3E}">
        <p14:creationId xmlns:p14="http://schemas.microsoft.com/office/powerpoint/2010/main" val="27313805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B8D042-2F69-408D-B8EB-2AF8AC81936C}"/>
              </a:ext>
            </a:extLst>
          </p:cNvPr>
          <p:cNvSpPr>
            <a:spLocks noGrp="1"/>
          </p:cNvSpPr>
          <p:nvPr>
            <p:ph type="title"/>
          </p:nvPr>
        </p:nvSpPr>
        <p:spPr>
          <a:xfrm>
            <a:off x="833520" y="731522"/>
            <a:ext cx="8360355" cy="812121"/>
          </a:xfrm>
        </p:spPr>
        <p:txBody>
          <a:bodyPr/>
          <a:lstStyle/>
          <a:p>
            <a:r>
              <a:rPr lang="pt-BR"/>
              <a:t>TF/IDF - Frequência de termo/frequência de documento inverso (TF-IDF)</a:t>
            </a:r>
          </a:p>
        </p:txBody>
      </p:sp>
      <p:sp>
        <p:nvSpPr>
          <p:cNvPr id="3" name="Espaço Reservado para Texto 2">
            <a:extLst>
              <a:ext uri="{FF2B5EF4-FFF2-40B4-BE49-F238E27FC236}">
                <a16:creationId xmlns:a16="http://schemas.microsoft.com/office/drawing/2014/main" id="{124F330B-F633-458B-A69E-D2C11CD4CC5E}"/>
              </a:ext>
            </a:extLst>
          </p:cNvPr>
          <p:cNvSpPr>
            <a:spLocks noGrp="1"/>
          </p:cNvSpPr>
          <p:nvPr>
            <p:ph type="body" sz="quarter" idx="10"/>
          </p:nvPr>
        </p:nvSpPr>
        <p:spPr/>
        <p:txBody>
          <a:bodyPr/>
          <a:lstStyle/>
          <a:p>
            <a:pPr algn="just"/>
            <a:r>
              <a:rPr lang="pt-BR" dirty="0"/>
              <a:t>Quando analisamos vários textos sobre um mesmo assunto, é comum que algumas palavras apareçam com muita frequência em todos eles, como “</a:t>
            </a:r>
            <a:r>
              <a:rPr lang="pt-BR" dirty="0" err="1"/>
              <a:t>agent</a:t>
            </a:r>
            <a:r>
              <a:rPr lang="pt-BR" dirty="0"/>
              <a:t>”, “Microsoft” e “AI”. Isso mostra o tema geral, mas não ajuda a diferenciar um documento do outro. Para resolver esse problema, utilizamos a técnica </a:t>
            </a:r>
            <a:r>
              <a:rPr lang="pt-BR" b="1" dirty="0"/>
              <a:t>TF-IDF (Frequência de Termo – Frequência Inversa de Documento)</a:t>
            </a:r>
            <a:r>
              <a:rPr lang="pt-BR" dirty="0"/>
              <a:t>, que identifica quais palavras são realmente importantes em um texto específico. Ela dá mais relevância aos termos que aparecem bastante em um documento, mas que não são tão comuns nos demais, ajudando a destacar os tópicos específicos de cada conteúdo.</a:t>
            </a:r>
          </a:p>
        </p:txBody>
      </p:sp>
    </p:spTree>
    <p:extLst>
      <p:ext uri="{BB962C8B-B14F-4D97-AF65-F5344CB8AC3E}">
        <p14:creationId xmlns:p14="http://schemas.microsoft.com/office/powerpoint/2010/main" val="2832190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779166-471C-42FA-A557-1A09B15714DF}"/>
              </a:ext>
            </a:extLst>
          </p:cNvPr>
          <p:cNvSpPr>
            <a:spLocks noGrp="1"/>
          </p:cNvSpPr>
          <p:nvPr>
            <p:ph type="title"/>
          </p:nvPr>
        </p:nvSpPr>
        <p:spPr/>
        <p:txBody>
          <a:bodyPr/>
          <a:lstStyle/>
          <a:p>
            <a:r>
              <a:rPr lang="pt-BR" dirty="0"/>
              <a:t>Como é feito o calculo de TF-IDF</a:t>
            </a:r>
          </a:p>
        </p:txBody>
      </p:sp>
      <p:sp>
        <p:nvSpPr>
          <p:cNvPr id="3" name="Espaço Reservado para Texto 2">
            <a:extLst>
              <a:ext uri="{FF2B5EF4-FFF2-40B4-BE49-F238E27FC236}">
                <a16:creationId xmlns:a16="http://schemas.microsoft.com/office/drawing/2014/main" id="{A273330D-A42C-4259-BDBB-5A94B198821C}"/>
              </a:ext>
            </a:extLst>
          </p:cNvPr>
          <p:cNvSpPr>
            <a:spLocks noGrp="1"/>
          </p:cNvSpPr>
          <p:nvPr>
            <p:ph type="body" sz="quarter" idx="10"/>
          </p:nvPr>
        </p:nvSpPr>
        <p:spPr/>
        <p:txBody>
          <a:bodyPr/>
          <a:lstStyle/>
          <a:p>
            <a:pPr algn="just"/>
            <a:r>
              <a:rPr lang="pt-BR" sz="1800" dirty="0"/>
              <a:t>Frequência de Termo (TF): Mede quantas vezes uma palavra aparece em um documento. Quanto mais ela aparece, maior sua importância naquele texto.</a:t>
            </a:r>
          </a:p>
          <a:p>
            <a:pPr algn="just"/>
            <a:endParaRPr lang="pt-BR" sz="1800" dirty="0"/>
          </a:p>
          <a:p>
            <a:pPr algn="just"/>
            <a:r>
              <a:rPr lang="pt-BR" sz="1800" dirty="0"/>
              <a:t>Frequência Inversa de Documento (IDF): Avalia se a palavra é comum ou rara em toda a coleção de documentos. Palavras muito frequentes em todos os textos têm menor relevância.</a:t>
            </a:r>
          </a:p>
          <a:p>
            <a:pPr algn="just"/>
            <a:endParaRPr lang="pt-BR" sz="1800" dirty="0"/>
          </a:p>
          <a:p>
            <a:pPr algn="just"/>
            <a:r>
              <a:rPr lang="pt-BR" sz="1800" dirty="0"/>
              <a:t>TF-IDF: Combina as duas métricas (TF × IDF) para identificar termos que são importantes em um documento específico, mas não são comuns nos demais.</a:t>
            </a:r>
          </a:p>
        </p:txBody>
      </p:sp>
    </p:spTree>
    <p:extLst>
      <p:ext uri="{BB962C8B-B14F-4D97-AF65-F5344CB8AC3E}">
        <p14:creationId xmlns:p14="http://schemas.microsoft.com/office/powerpoint/2010/main" val="36195424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E3825AF-96EF-4AC9-A2F0-5BF8BD1CA224}"/>
              </a:ext>
            </a:extLst>
          </p:cNvPr>
          <p:cNvSpPr>
            <a:spLocks noGrp="1"/>
          </p:cNvSpPr>
          <p:nvPr>
            <p:ph type="title"/>
          </p:nvPr>
        </p:nvSpPr>
        <p:spPr/>
        <p:txBody>
          <a:bodyPr/>
          <a:lstStyle/>
          <a:p>
            <a:r>
              <a:rPr lang="pt-BR" dirty="0"/>
              <a:t>Calcular TF (Frequência do Termo)</a:t>
            </a:r>
          </a:p>
        </p:txBody>
      </p:sp>
      <p:sp>
        <p:nvSpPr>
          <p:cNvPr id="3" name="Espaço Reservado para Texto 2">
            <a:extLst>
              <a:ext uri="{FF2B5EF4-FFF2-40B4-BE49-F238E27FC236}">
                <a16:creationId xmlns:a16="http://schemas.microsoft.com/office/drawing/2014/main" id="{DFDC4DBB-0861-40F5-8B94-4589B7A8D257}"/>
              </a:ext>
            </a:extLst>
          </p:cNvPr>
          <p:cNvSpPr>
            <a:spLocks noGrp="1"/>
          </p:cNvSpPr>
          <p:nvPr>
            <p:ph type="body" sz="quarter" idx="10"/>
          </p:nvPr>
        </p:nvSpPr>
        <p:spPr>
          <a:xfrm>
            <a:off x="1554747" y="1838890"/>
            <a:ext cx="3763880" cy="1835643"/>
          </a:xfrm>
        </p:spPr>
        <p:txBody>
          <a:bodyPr/>
          <a:lstStyle/>
          <a:p>
            <a:r>
              <a:rPr lang="pt-BR"/>
              <a:t>Exemplo A (Copilot Studio)</a:t>
            </a:r>
          </a:p>
          <a:p>
            <a:pPr lvl="1"/>
            <a:r>
              <a:rPr lang="pt-BR"/>
              <a:t>agente - 6</a:t>
            </a:r>
          </a:p>
          <a:p>
            <a:pPr lvl="1"/>
            <a:r>
              <a:rPr lang="pt-BR"/>
              <a:t>ia - 5</a:t>
            </a:r>
          </a:p>
          <a:p>
            <a:pPr lvl="1"/>
            <a:r>
              <a:rPr lang="pt-BR"/>
              <a:t>microsoft - 4</a:t>
            </a:r>
          </a:p>
          <a:p>
            <a:endParaRPr lang="pt-BR" dirty="0"/>
          </a:p>
        </p:txBody>
      </p:sp>
      <p:sp>
        <p:nvSpPr>
          <p:cNvPr id="4" name="Espaço Reservado para Texto 2">
            <a:extLst>
              <a:ext uri="{FF2B5EF4-FFF2-40B4-BE49-F238E27FC236}">
                <a16:creationId xmlns:a16="http://schemas.microsoft.com/office/drawing/2014/main" id="{1170176A-17E0-402C-AF8C-E67964F4DD0E}"/>
              </a:ext>
            </a:extLst>
          </p:cNvPr>
          <p:cNvSpPr txBox="1">
            <a:spLocks/>
          </p:cNvSpPr>
          <p:nvPr/>
        </p:nvSpPr>
        <p:spPr>
          <a:xfrm>
            <a:off x="6873374" y="1838890"/>
            <a:ext cx="3763880" cy="2064243"/>
          </a:xfrm>
          <a:prstGeom prst="rect">
            <a:avLst/>
          </a:prstGeom>
        </p:spPr>
        <p:txBody>
          <a:bodyPr/>
          <a:lstStyle>
            <a:lvl1pPr marL="0" eaLnBrk="1" hangingPunct="1">
              <a:lnSpc>
                <a:spcPct val="150000"/>
              </a:lnSpc>
              <a:defRPr sz="2000">
                <a:latin typeface="Times New Roman" panose="02020603050405020304" pitchFamily="18" charset="0"/>
                <a:ea typeface="+mn-ea"/>
                <a:cs typeface="Times New Roman" panose="02020603050405020304" pitchFamily="18" charset="0"/>
              </a:defRPr>
            </a:lvl1pPr>
            <a:lvl2pPr marL="457200" eaLnBrk="1" hangingPunct="1">
              <a:lnSpc>
                <a:spcPct val="150000"/>
              </a:lnSpc>
              <a:defRPr>
                <a:latin typeface="Times New Roman" panose="02020603050405020304" pitchFamily="18" charset="0"/>
                <a:ea typeface="+mn-ea"/>
                <a:cs typeface="Times New Roman" panose="02020603050405020304" pitchFamily="18" charset="0"/>
              </a:defRPr>
            </a:lvl2pPr>
            <a:lvl3pPr marL="914400" eaLnBrk="1" hangingPunct="1">
              <a:lnSpc>
                <a:spcPct val="150000"/>
              </a:lnSpc>
              <a:defRPr sz="1600">
                <a:latin typeface="Times New Roman" panose="02020603050405020304" pitchFamily="18" charset="0"/>
                <a:ea typeface="+mn-ea"/>
                <a:cs typeface="Times New Roman" panose="02020603050405020304" pitchFamily="18" charset="0"/>
              </a:defRPr>
            </a:lvl3pPr>
            <a:lvl4pPr marL="1371600" eaLnBrk="1" hangingPunct="1">
              <a:lnSpc>
                <a:spcPct val="150000"/>
              </a:lnSpc>
              <a:defRPr sz="1400">
                <a:latin typeface="Times New Roman" panose="02020603050405020304" pitchFamily="18" charset="0"/>
                <a:ea typeface="+mn-ea"/>
                <a:cs typeface="Times New Roman" panose="02020603050405020304" pitchFamily="18" charset="0"/>
              </a:defRPr>
            </a:lvl4pPr>
            <a:lvl5pPr marL="1828800" eaLnBrk="1" hangingPunct="1">
              <a:lnSpc>
                <a:spcPct val="150000"/>
              </a:lnSpc>
              <a:defRPr sz="1400">
                <a:latin typeface="Times New Roman" panose="02020603050405020304" pitchFamily="18" charset="0"/>
                <a:ea typeface="+mn-ea"/>
                <a:cs typeface="Times New Roman" panose="02020603050405020304" pitchFamily="18" charset="0"/>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r>
              <a:rPr lang="pt-BR" dirty="0"/>
              <a:t>Exemplo B (</a:t>
            </a:r>
            <a:r>
              <a:rPr lang="pt-BR" dirty="0" err="1"/>
              <a:t>Copilot</a:t>
            </a:r>
            <a:r>
              <a:rPr lang="pt-BR" dirty="0"/>
              <a:t> Studio)</a:t>
            </a:r>
          </a:p>
          <a:p>
            <a:pPr lvl="1"/>
            <a:r>
              <a:rPr lang="pt-BR" dirty="0" err="1"/>
              <a:t>microsoft</a:t>
            </a:r>
            <a:r>
              <a:rPr lang="pt-BR" dirty="0"/>
              <a:t> - 5</a:t>
            </a:r>
          </a:p>
          <a:p>
            <a:pPr lvl="1"/>
            <a:r>
              <a:rPr lang="pt-BR" dirty="0"/>
              <a:t>agente - 4</a:t>
            </a:r>
          </a:p>
          <a:p>
            <a:pPr lvl="1"/>
            <a:r>
              <a:rPr lang="pt-BR" dirty="0"/>
              <a:t>ia - 4</a:t>
            </a:r>
          </a:p>
          <a:p>
            <a:endParaRPr lang="pt-BR" dirty="0"/>
          </a:p>
        </p:txBody>
      </p:sp>
      <p:sp>
        <p:nvSpPr>
          <p:cNvPr id="5" name="Retângulo 4">
            <a:extLst>
              <a:ext uri="{FF2B5EF4-FFF2-40B4-BE49-F238E27FC236}">
                <a16:creationId xmlns:a16="http://schemas.microsoft.com/office/drawing/2014/main" id="{CF9AA6B2-99E3-4AFC-A8C8-E5C9C58CA525}"/>
              </a:ext>
            </a:extLst>
          </p:cNvPr>
          <p:cNvSpPr/>
          <p:nvPr/>
        </p:nvSpPr>
        <p:spPr>
          <a:xfrm>
            <a:off x="4885572" y="4666734"/>
            <a:ext cx="2420856" cy="584775"/>
          </a:xfrm>
          <a:prstGeom prst="rect">
            <a:avLst/>
          </a:prstGeom>
        </p:spPr>
        <p:txBody>
          <a:bodyPr wrap="none">
            <a:spAutoFit/>
          </a:bodyPr>
          <a:lstStyle/>
          <a:p>
            <a:r>
              <a:rPr lang="pt-BR" sz="3200" b="0" i="0" dirty="0">
                <a:solidFill>
                  <a:srgbClr val="161616"/>
                </a:solidFill>
                <a:effectLst/>
                <a:latin typeface="Times New Roman" panose="02020603050405020304" pitchFamily="18" charset="0"/>
                <a:cs typeface="Times New Roman" panose="02020603050405020304" pitchFamily="18" charset="0"/>
              </a:rPr>
              <a:t>tf(agente) = 6</a:t>
            </a:r>
            <a:endParaRPr lang="pt-BR"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08402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DE7EC-8DA5-4C1A-88C7-154A2A7B6F90}"/>
              </a:ext>
            </a:extLst>
          </p:cNvPr>
          <p:cNvSpPr>
            <a:spLocks noGrp="1"/>
          </p:cNvSpPr>
          <p:nvPr>
            <p:ph type="title"/>
          </p:nvPr>
        </p:nvSpPr>
        <p:spPr/>
        <p:txBody>
          <a:bodyPr/>
          <a:lstStyle/>
          <a:p>
            <a:r>
              <a:rPr lang="pt-BR" dirty="0"/>
              <a:t>Calcular IDF </a:t>
            </a:r>
            <a:r>
              <a:rPr lang="pt-BR" b="1" dirty="0"/>
              <a:t> </a:t>
            </a:r>
            <a:r>
              <a:rPr lang="pt-BR" dirty="0"/>
              <a:t>(Frequência Inversa de Documentos) </a:t>
            </a:r>
          </a:p>
        </p:txBody>
      </p:sp>
      <p:sp>
        <p:nvSpPr>
          <p:cNvPr id="3" name="Espaço Reservado para Texto 2">
            <a:extLst>
              <a:ext uri="{FF2B5EF4-FFF2-40B4-BE49-F238E27FC236}">
                <a16:creationId xmlns:a16="http://schemas.microsoft.com/office/drawing/2014/main" id="{4D58A459-E204-41E7-8448-97190DF22EDC}"/>
              </a:ext>
            </a:extLst>
          </p:cNvPr>
          <p:cNvSpPr>
            <a:spLocks noGrp="1"/>
          </p:cNvSpPr>
          <p:nvPr>
            <p:ph type="body" sz="quarter" idx="10"/>
          </p:nvPr>
        </p:nvSpPr>
        <p:spPr>
          <a:xfrm>
            <a:off x="833520" y="1838890"/>
            <a:ext cx="10647658" cy="607977"/>
          </a:xfrm>
        </p:spPr>
        <p:txBody>
          <a:bodyPr/>
          <a:lstStyle/>
          <a:p>
            <a:r>
              <a:rPr lang="pt-BR" dirty="0"/>
              <a:t>Fórmula: </a:t>
            </a:r>
          </a:p>
        </p:txBody>
      </p:sp>
      <p:sp>
        <p:nvSpPr>
          <p:cNvPr id="4" name="Retângulo 3">
            <a:extLst>
              <a:ext uri="{FF2B5EF4-FFF2-40B4-BE49-F238E27FC236}">
                <a16:creationId xmlns:a16="http://schemas.microsoft.com/office/drawing/2014/main" id="{EE37E460-D5C5-4386-9A39-2666BE9C835C}"/>
              </a:ext>
            </a:extLst>
          </p:cNvPr>
          <p:cNvSpPr/>
          <p:nvPr/>
        </p:nvSpPr>
        <p:spPr>
          <a:xfrm>
            <a:off x="4397458" y="2689038"/>
            <a:ext cx="3602268"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idf</a:t>
            </a:r>
            <a:r>
              <a:rPr lang="pt-BR" sz="3200" dirty="0">
                <a:latin typeface="Times New Roman" panose="02020603050405020304" pitchFamily="18" charset="0"/>
                <a:cs typeface="Times New Roman" panose="02020603050405020304" pitchFamily="18" charset="0"/>
              </a:rPr>
              <a:t>(t) = </a:t>
            </a:r>
            <a:r>
              <a:rPr lang="pt-BR" sz="3200" dirty="0" err="1">
                <a:latin typeface="Times New Roman" panose="02020603050405020304" pitchFamily="18" charset="0"/>
                <a:cs typeface="Times New Roman" panose="02020603050405020304" pitchFamily="18" charset="0"/>
              </a:rPr>
              <a:t>ln</a:t>
            </a:r>
            <a:r>
              <a:rPr lang="pt-BR" sz="3200" dirty="0">
                <a:latin typeface="Times New Roman" panose="02020603050405020304" pitchFamily="18" charset="0"/>
                <a:cs typeface="Times New Roman" panose="02020603050405020304" pitchFamily="18" charset="0"/>
              </a:rPr>
              <a:t> ( N /</a:t>
            </a:r>
            <a:r>
              <a:rPr lang="pt-BR" sz="3200" dirty="0" err="1">
                <a:latin typeface="Times New Roman" panose="02020603050405020304" pitchFamily="18" charset="0"/>
                <a:cs typeface="Times New Roman" panose="02020603050405020304" pitchFamily="18" charset="0"/>
              </a:rPr>
              <a:t>df</a:t>
            </a:r>
            <a:r>
              <a:rPr lang="pt-BR" sz="3200" dirty="0">
                <a:latin typeface="Times New Roman" panose="02020603050405020304" pitchFamily="18" charset="0"/>
                <a:cs typeface="Times New Roman" panose="02020603050405020304" pitchFamily="18" charset="0"/>
              </a:rPr>
              <a:t>(t) )</a:t>
            </a:r>
          </a:p>
        </p:txBody>
      </p:sp>
      <p:sp>
        <p:nvSpPr>
          <p:cNvPr id="6" name="Espaço Reservado para Texto 2">
            <a:extLst>
              <a:ext uri="{FF2B5EF4-FFF2-40B4-BE49-F238E27FC236}">
                <a16:creationId xmlns:a16="http://schemas.microsoft.com/office/drawing/2014/main" id="{53158277-2A43-413C-98E5-57EE2E87E292}"/>
              </a:ext>
            </a:extLst>
          </p:cNvPr>
          <p:cNvSpPr txBox="1">
            <a:spLocks/>
          </p:cNvSpPr>
          <p:nvPr/>
        </p:nvSpPr>
        <p:spPr>
          <a:xfrm>
            <a:off x="909720" y="4411134"/>
            <a:ext cx="10647658" cy="1372014"/>
          </a:xfrm>
          <a:prstGeom prst="rect">
            <a:avLst/>
          </a:prstGeom>
        </p:spPr>
        <p:txBody>
          <a:bodyPr/>
          <a:lstStyle>
            <a:lvl1pPr marL="0" eaLnBrk="1" hangingPunct="1">
              <a:lnSpc>
                <a:spcPct val="150000"/>
              </a:lnSpc>
              <a:defRPr sz="2000">
                <a:latin typeface="Times New Roman" panose="02020603050405020304" pitchFamily="18" charset="0"/>
                <a:ea typeface="+mn-ea"/>
                <a:cs typeface="Times New Roman" panose="02020603050405020304" pitchFamily="18" charset="0"/>
              </a:defRPr>
            </a:lvl1pPr>
            <a:lvl2pPr marL="457200" eaLnBrk="1" hangingPunct="1">
              <a:lnSpc>
                <a:spcPct val="150000"/>
              </a:lnSpc>
              <a:defRPr>
                <a:latin typeface="Times New Roman" panose="02020603050405020304" pitchFamily="18" charset="0"/>
                <a:ea typeface="+mn-ea"/>
                <a:cs typeface="Times New Roman" panose="02020603050405020304" pitchFamily="18" charset="0"/>
              </a:defRPr>
            </a:lvl2pPr>
            <a:lvl3pPr marL="914400" eaLnBrk="1" hangingPunct="1">
              <a:lnSpc>
                <a:spcPct val="150000"/>
              </a:lnSpc>
              <a:defRPr sz="1600">
                <a:latin typeface="Times New Roman" panose="02020603050405020304" pitchFamily="18" charset="0"/>
                <a:ea typeface="+mn-ea"/>
                <a:cs typeface="Times New Roman" panose="02020603050405020304" pitchFamily="18" charset="0"/>
              </a:defRPr>
            </a:lvl3pPr>
            <a:lvl4pPr marL="1371600" eaLnBrk="1" hangingPunct="1">
              <a:lnSpc>
                <a:spcPct val="150000"/>
              </a:lnSpc>
              <a:defRPr sz="1400">
                <a:latin typeface="Times New Roman" panose="02020603050405020304" pitchFamily="18" charset="0"/>
                <a:ea typeface="+mn-ea"/>
                <a:cs typeface="Times New Roman" panose="02020603050405020304" pitchFamily="18" charset="0"/>
              </a:defRPr>
            </a:lvl4pPr>
            <a:lvl5pPr marL="1828800" eaLnBrk="1" hangingPunct="1">
              <a:lnSpc>
                <a:spcPct val="150000"/>
              </a:lnSpc>
              <a:defRPr sz="1400">
                <a:latin typeface="Times New Roman" panose="02020603050405020304" pitchFamily="18" charset="0"/>
                <a:ea typeface="+mn-ea"/>
                <a:cs typeface="Times New Roman" panose="02020603050405020304" pitchFamily="18" charset="0"/>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r>
              <a:rPr lang="pt-BR" dirty="0"/>
              <a:t>Onde:</a:t>
            </a:r>
          </a:p>
          <a:p>
            <a:pPr marL="457200" lvl="6">
              <a:lnSpc>
                <a:spcPct val="150000"/>
              </a:lnSpc>
            </a:pPr>
            <a:r>
              <a:rPr lang="pt-BR" sz="1600" b="1" dirty="0">
                <a:latin typeface="Times New Roman" panose="02020603050405020304" pitchFamily="18" charset="0"/>
                <a:cs typeface="Times New Roman" panose="02020603050405020304" pitchFamily="18" charset="0"/>
              </a:rPr>
              <a:t>N </a:t>
            </a:r>
            <a:r>
              <a:rPr lang="pt-BR" sz="1600" dirty="0">
                <a:latin typeface="Times New Roman" panose="02020603050405020304" pitchFamily="18" charset="0"/>
                <a:cs typeface="Times New Roman" panose="02020603050405020304" pitchFamily="18" charset="0"/>
              </a:rPr>
              <a:t>- Número de documentos</a:t>
            </a:r>
          </a:p>
          <a:p>
            <a:pPr marL="457200" lvl="6">
              <a:lnSpc>
                <a:spcPct val="150000"/>
              </a:lnSpc>
            </a:pPr>
            <a:r>
              <a:rPr lang="pt-BR" sz="1600" b="1" dirty="0" err="1">
                <a:latin typeface="Times New Roman" panose="02020603050405020304" pitchFamily="18" charset="0"/>
                <a:cs typeface="Times New Roman" panose="02020603050405020304" pitchFamily="18" charset="0"/>
              </a:rPr>
              <a:t>df</a:t>
            </a:r>
            <a:r>
              <a:rPr lang="pt-BR" sz="1600" b="1" dirty="0">
                <a:latin typeface="Times New Roman" panose="02020603050405020304" pitchFamily="18" charset="0"/>
                <a:cs typeface="Times New Roman" panose="02020603050405020304" pitchFamily="18" charset="0"/>
              </a:rPr>
              <a:t>(t)</a:t>
            </a:r>
            <a:r>
              <a:rPr lang="pt-BR" sz="1600" dirty="0">
                <a:latin typeface="Times New Roman" panose="02020603050405020304" pitchFamily="18" charset="0"/>
                <a:cs typeface="Times New Roman" panose="02020603050405020304" pitchFamily="18" charset="0"/>
              </a:rPr>
              <a:t> - número de documentos que contêm o termo</a:t>
            </a:r>
          </a:p>
        </p:txBody>
      </p:sp>
    </p:spTree>
    <p:extLst>
      <p:ext uri="{BB962C8B-B14F-4D97-AF65-F5344CB8AC3E}">
        <p14:creationId xmlns:p14="http://schemas.microsoft.com/office/powerpoint/2010/main" val="1764026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DE7EC-8DA5-4C1A-88C7-154A2A7B6F90}"/>
              </a:ext>
            </a:extLst>
          </p:cNvPr>
          <p:cNvSpPr>
            <a:spLocks noGrp="1"/>
          </p:cNvSpPr>
          <p:nvPr>
            <p:ph type="title"/>
          </p:nvPr>
        </p:nvSpPr>
        <p:spPr/>
        <p:txBody>
          <a:bodyPr/>
          <a:lstStyle/>
          <a:p>
            <a:r>
              <a:rPr lang="pt-BR" dirty="0"/>
              <a:t>Calcular IDF</a:t>
            </a:r>
          </a:p>
        </p:txBody>
      </p:sp>
      <p:sp>
        <p:nvSpPr>
          <p:cNvPr id="3" name="Espaço Reservado para Texto 2">
            <a:extLst>
              <a:ext uri="{FF2B5EF4-FFF2-40B4-BE49-F238E27FC236}">
                <a16:creationId xmlns:a16="http://schemas.microsoft.com/office/drawing/2014/main" id="{4D58A459-E204-41E7-8448-97190DF22EDC}"/>
              </a:ext>
            </a:extLst>
          </p:cNvPr>
          <p:cNvSpPr>
            <a:spLocks noGrp="1"/>
          </p:cNvSpPr>
          <p:nvPr>
            <p:ph type="body" sz="quarter" idx="10"/>
          </p:nvPr>
        </p:nvSpPr>
        <p:spPr>
          <a:xfrm>
            <a:off x="833520" y="1838890"/>
            <a:ext cx="10647658" cy="607977"/>
          </a:xfrm>
        </p:spPr>
        <p:txBody>
          <a:bodyPr/>
          <a:lstStyle/>
          <a:p>
            <a:r>
              <a:rPr lang="pt-BR" dirty="0"/>
              <a:t>Usando a palavra agente</a:t>
            </a:r>
          </a:p>
        </p:txBody>
      </p:sp>
      <p:sp>
        <p:nvSpPr>
          <p:cNvPr id="4" name="Retângulo 3">
            <a:extLst>
              <a:ext uri="{FF2B5EF4-FFF2-40B4-BE49-F238E27FC236}">
                <a16:creationId xmlns:a16="http://schemas.microsoft.com/office/drawing/2014/main" id="{EE37E460-D5C5-4386-9A39-2666BE9C835C}"/>
              </a:ext>
            </a:extLst>
          </p:cNvPr>
          <p:cNvSpPr/>
          <p:nvPr/>
        </p:nvSpPr>
        <p:spPr>
          <a:xfrm>
            <a:off x="4704433" y="2689038"/>
            <a:ext cx="2294218"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idf</a:t>
            </a:r>
            <a:r>
              <a:rPr lang="pt-BR" sz="3200" dirty="0">
                <a:latin typeface="Times New Roman" panose="02020603050405020304" pitchFamily="18" charset="0"/>
                <a:cs typeface="Times New Roman" panose="02020603050405020304" pitchFamily="18" charset="0"/>
              </a:rPr>
              <a:t> = </a:t>
            </a:r>
            <a:r>
              <a:rPr lang="pt-BR" sz="3200" dirty="0" err="1">
                <a:latin typeface="Times New Roman" panose="02020603050405020304" pitchFamily="18" charset="0"/>
                <a:cs typeface="Times New Roman" panose="02020603050405020304" pitchFamily="18" charset="0"/>
              </a:rPr>
              <a:t>ln</a:t>
            </a:r>
            <a:r>
              <a:rPr lang="pt-BR" sz="3200" dirty="0">
                <a:latin typeface="Times New Roman" panose="02020603050405020304" pitchFamily="18" charset="0"/>
                <a:cs typeface="Times New Roman" panose="02020603050405020304" pitchFamily="18" charset="0"/>
              </a:rPr>
              <a:t> (2/2)</a:t>
            </a:r>
          </a:p>
        </p:txBody>
      </p:sp>
      <p:sp>
        <p:nvSpPr>
          <p:cNvPr id="7" name="Retângulo 6">
            <a:extLst>
              <a:ext uri="{FF2B5EF4-FFF2-40B4-BE49-F238E27FC236}">
                <a16:creationId xmlns:a16="http://schemas.microsoft.com/office/drawing/2014/main" id="{224966CB-1167-4257-8F2A-BED716AEEBE8}"/>
              </a:ext>
            </a:extLst>
          </p:cNvPr>
          <p:cNvSpPr/>
          <p:nvPr/>
        </p:nvSpPr>
        <p:spPr>
          <a:xfrm>
            <a:off x="4863932" y="3449762"/>
            <a:ext cx="1975221"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idf</a:t>
            </a:r>
            <a:r>
              <a:rPr lang="pt-BR" sz="3200" dirty="0">
                <a:latin typeface="Times New Roman" panose="02020603050405020304" pitchFamily="18" charset="0"/>
                <a:cs typeface="Times New Roman" panose="02020603050405020304" pitchFamily="18" charset="0"/>
              </a:rPr>
              <a:t> = </a:t>
            </a:r>
            <a:r>
              <a:rPr lang="pt-BR" sz="3200" dirty="0" err="1">
                <a:latin typeface="Times New Roman" panose="02020603050405020304" pitchFamily="18" charset="0"/>
                <a:cs typeface="Times New Roman" panose="02020603050405020304" pitchFamily="18" charset="0"/>
              </a:rPr>
              <a:t>ln</a:t>
            </a:r>
            <a:r>
              <a:rPr lang="pt-BR" sz="3200" dirty="0">
                <a:latin typeface="Times New Roman" panose="02020603050405020304" pitchFamily="18" charset="0"/>
                <a:cs typeface="Times New Roman" panose="02020603050405020304" pitchFamily="18" charset="0"/>
              </a:rPr>
              <a:t> (1)</a:t>
            </a:r>
          </a:p>
        </p:txBody>
      </p:sp>
      <p:sp>
        <p:nvSpPr>
          <p:cNvPr id="8" name="Retângulo 7">
            <a:extLst>
              <a:ext uri="{FF2B5EF4-FFF2-40B4-BE49-F238E27FC236}">
                <a16:creationId xmlns:a16="http://schemas.microsoft.com/office/drawing/2014/main" id="{36EE8874-7580-43EE-9AC7-539EA46CB8BE}"/>
              </a:ext>
            </a:extLst>
          </p:cNvPr>
          <p:cNvSpPr/>
          <p:nvPr/>
        </p:nvSpPr>
        <p:spPr>
          <a:xfrm>
            <a:off x="5262278" y="4210486"/>
            <a:ext cx="1281120"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idf</a:t>
            </a:r>
            <a:r>
              <a:rPr lang="pt-BR" sz="3200" dirty="0">
                <a:latin typeface="Times New Roman" panose="02020603050405020304" pitchFamily="18" charset="0"/>
                <a:cs typeface="Times New Roman" panose="02020603050405020304" pitchFamily="18" charset="0"/>
              </a:rPr>
              <a:t> = 0</a:t>
            </a:r>
          </a:p>
        </p:txBody>
      </p:sp>
    </p:spTree>
    <p:extLst>
      <p:ext uri="{BB962C8B-B14F-4D97-AF65-F5344CB8AC3E}">
        <p14:creationId xmlns:p14="http://schemas.microsoft.com/office/powerpoint/2010/main" val="33062539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DE7EC-8DA5-4C1A-88C7-154A2A7B6F90}"/>
              </a:ext>
            </a:extLst>
          </p:cNvPr>
          <p:cNvSpPr>
            <a:spLocks noGrp="1"/>
          </p:cNvSpPr>
          <p:nvPr>
            <p:ph type="title"/>
          </p:nvPr>
        </p:nvSpPr>
        <p:spPr/>
        <p:txBody>
          <a:bodyPr/>
          <a:lstStyle/>
          <a:p>
            <a:r>
              <a:rPr lang="pt-BR" dirty="0"/>
              <a:t>Calcular TFIDF</a:t>
            </a:r>
          </a:p>
        </p:txBody>
      </p:sp>
      <p:sp>
        <p:nvSpPr>
          <p:cNvPr id="3" name="Espaço Reservado para Texto 2">
            <a:extLst>
              <a:ext uri="{FF2B5EF4-FFF2-40B4-BE49-F238E27FC236}">
                <a16:creationId xmlns:a16="http://schemas.microsoft.com/office/drawing/2014/main" id="{4D58A459-E204-41E7-8448-97190DF22EDC}"/>
              </a:ext>
            </a:extLst>
          </p:cNvPr>
          <p:cNvSpPr>
            <a:spLocks noGrp="1"/>
          </p:cNvSpPr>
          <p:nvPr>
            <p:ph type="body" sz="quarter" idx="10"/>
          </p:nvPr>
        </p:nvSpPr>
        <p:spPr>
          <a:xfrm>
            <a:off x="833520" y="1838890"/>
            <a:ext cx="10647658" cy="607977"/>
          </a:xfrm>
        </p:spPr>
        <p:txBody>
          <a:bodyPr/>
          <a:lstStyle/>
          <a:p>
            <a:r>
              <a:rPr lang="pt-BR" dirty="0"/>
              <a:t>Fórmula: </a:t>
            </a:r>
          </a:p>
        </p:txBody>
      </p:sp>
      <p:sp>
        <p:nvSpPr>
          <p:cNvPr id="4" name="Retângulo 3">
            <a:extLst>
              <a:ext uri="{FF2B5EF4-FFF2-40B4-BE49-F238E27FC236}">
                <a16:creationId xmlns:a16="http://schemas.microsoft.com/office/drawing/2014/main" id="{EE37E460-D5C5-4386-9A39-2666BE9C835C}"/>
              </a:ext>
            </a:extLst>
          </p:cNvPr>
          <p:cNvSpPr/>
          <p:nvPr/>
        </p:nvSpPr>
        <p:spPr>
          <a:xfrm>
            <a:off x="4476807" y="2683823"/>
            <a:ext cx="3238387"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tfidf</a:t>
            </a:r>
            <a:r>
              <a:rPr lang="pt-BR" sz="3200" dirty="0">
                <a:latin typeface="Times New Roman" panose="02020603050405020304" pitchFamily="18" charset="0"/>
                <a:cs typeface="Times New Roman" panose="02020603050405020304" pitchFamily="18" charset="0"/>
              </a:rPr>
              <a:t>(t, d) = tf * </a:t>
            </a:r>
            <a:r>
              <a:rPr lang="pt-BR" sz="3200" dirty="0" err="1">
                <a:latin typeface="Times New Roman" panose="02020603050405020304" pitchFamily="18" charset="0"/>
                <a:cs typeface="Times New Roman" panose="02020603050405020304" pitchFamily="18" charset="0"/>
              </a:rPr>
              <a:t>idf</a:t>
            </a:r>
            <a:endParaRPr lang="pt-BR" sz="3200" dirty="0">
              <a:latin typeface="Times New Roman" panose="02020603050405020304" pitchFamily="18" charset="0"/>
              <a:cs typeface="Times New Roman" panose="02020603050405020304" pitchFamily="18" charset="0"/>
            </a:endParaRPr>
          </a:p>
        </p:txBody>
      </p:sp>
      <p:sp>
        <p:nvSpPr>
          <p:cNvPr id="6" name="Espaço Reservado para Texto 2">
            <a:extLst>
              <a:ext uri="{FF2B5EF4-FFF2-40B4-BE49-F238E27FC236}">
                <a16:creationId xmlns:a16="http://schemas.microsoft.com/office/drawing/2014/main" id="{53158277-2A43-413C-98E5-57EE2E87E292}"/>
              </a:ext>
            </a:extLst>
          </p:cNvPr>
          <p:cNvSpPr txBox="1">
            <a:spLocks/>
          </p:cNvSpPr>
          <p:nvPr/>
        </p:nvSpPr>
        <p:spPr>
          <a:xfrm>
            <a:off x="909720" y="4411134"/>
            <a:ext cx="10647658" cy="1372014"/>
          </a:xfrm>
          <a:prstGeom prst="rect">
            <a:avLst/>
          </a:prstGeom>
        </p:spPr>
        <p:txBody>
          <a:bodyPr/>
          <a:lstStyle>
            <a:lvl1pPr marL="0" eaLnBrk="1" hangingPunct="1">
              <a:lnSpc>
                <a:spcPct val="150000"/>
              </a:lnSpc>
              <a:defRPr sz="2000">
                <a:latin typeface="Times New Roman" panose="02020603050405020304" pitchFamily="18" charset="0"/>
                <a:ea typeface="+mn-ea"/>
                <a:cs typeface="Times New Roman" panose="02020603050405020304" pitchFamily="18" charset="0"/>
              </a:defRPr>
            </a:lvl1pPr>
            <a:lvl2pPr marL="457200" eaLnBrk="1" hangingPunct="1">
              <a:lnSpc>
                <a:spcPct val="150000"/>
              </a:lnSpc>
              <a:defRPr>
                <a:latin typeface="Times New Roman" panose="02020603050405020304" pitchFamily="18" charset="0"/>
                <a:ea typeface="+mn-ea"/>
                <a:cs typeface="Times New Roman" panose="02020603050405020304" pitchFamily="18" charset="0"/>
              </a:defRPr>
            </a:lvl2pPr>
            <a:lvl3pPr marL="914400" eaLnBrk="1" hangingPunct="1">
              <a:lnSpc>
                <a:spcPct val="150000"/>
              </a:lnSpc>
              <a:defRPr sz="1600">
                <a:latin typeface="Times New Roman" panose="02020603050405020304" pitchFamily="18" charset="0"/>
                <a:ea typeface="+mn-ea"/>
                <a:cs typeface="Times New Roman" panose="02020603050405020304" pitchFamily="18" charset="0"/>
              </a:defRPr>
            </a:lvl3pPr>
            <a:lvl4pPr marL="1371600" eaLnBrk="1" hangingPunct="1">
              <a:lnSpc>
                <a:spcPct val="150000"/>
              </a:lnSpc>
              <a:defRPr sz="1400">
                <a:latin typeface="Times New Roman" panose="02020603050405020304" pitchFamily="18" charset="0"/>
                <a:ea typeface="+mn-ea"/>
                <a:cs typeface="Times New Roman" panose="02020603050405020304" pitchFamily="18" charset="0"/>
              </a:defRPr>
            </a:lvl4pPr>
            <a:lvl5pPr marL="1828800" eaLnBrk="1" hangingPunct="1">
              <a:lnSpc>
                <a:spcPct val="150000"/>
              </a:lnSpc>
              <a:defRPr sz="1400">
                <a:latin typeface="Times New Roman" panose="02020603050405020304" pitchFamily="18" charset="0"/>
                <a:ea typeface="+mn-ea"/>
                <a:cs typeface="Times New Roman" panose="02020603050405020304" pitchFamily="18" charset="0"/>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r>
              <a:rPr lang="pt-BR" dirty="0"/>
              <a:t>Onde:</a:t>
            </a:r>
          </a:p>
          <a:p>
            <a:pPr marL="457200" lvl="6">
              <a:lnSpc>
                <a:spcPct val="150000"/>
              </a:lnSpc>
            </a:pPr>
            <a:r>
              <a:rPr lang="pt-BR" sz="1600" b="1" dirty="0">
                <a:latin typeface="Times New Roman" panose="02020603050405020304" pitchFamily="18" charset="0"/>
                <a:cs typeface="Times New Roman" panose="02020603050405020304" pitchFamily="18" charset="0"/>
              </a:rPr>
              <a:t>tf </a:t>
            </a:r>
            <a:r>
              <a:rPr lang="pt-BR" sz="1600" dirty="0">
                <a:latin typeface="Times New Roman" panose="02020603050405020304" pitchFamily="18" charset="0"/>
                <a:cs typeface="Times New Roman" panose="02020603050405020304" pitchFamily="18" charset="0"/>
              </a:rPr>
              <a:t>- Número de documentos</a:t>
            </a:r>
          </a:p>
          <a:p>
            <a:pPr marL="457200" lvl="6">
              <a:lnSpc>
                <a:spcPct val="150000"/>
              </a:lnSpc>
            </a:pPr>
            <a:r>
              <a:rPr lang="pt-BR" sz="1600" b="1" dirty="0" err="1">
                <a:latin typeface="Times New Roman" panose="02020603050405020304" pitchFamily="18" charset="0"/>
                <a:cs typeface="Times New Roman" panose="02020603050405020304" pitchFamily="18" charset="0"/>
              </a:rPr>
              <a:t>idf</a:t>
            </a:r>
            <a:r>
              <a:rPr lang="pt-BR" sz="1600" dirty="0">
                <a:latin typeface="Times New Roman" panose="02020603050405020304" pitchFamily="18" charset="0"/>
                <a:cs typeface="Times New Roman" panose="02020603050405020304" pitchFamily="18" charset="0"/>
              </a:rPr>
              <a:t> - Número de documentos que contêm o termo</a:t>
            </a:r>
          </a:p>
        </p:txBody>
      </p:sp>
    </p:spTree>
    <p:extLst>
      <p:ext uri="{BB962C8B-B14F-4D97-AF65-F5344CB8AC3E}">
        <p14:creationId xmlns:p14="http://schemas.microsoft.com/office/powerpoint/2010/main" val="32467644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1DE7EC-8DA5-4C1A-88C7-154A2A7B6F90}"/>
              </a:ext>
            </a:extLst>
          </p:cNvPr>
          <p:cNvSpPr>
            <a:spLocks noGrp="1"/>
          </p:cNvSpPr>
          <p:nvPr>
            <p:ph type="title"/>
          </p:nvPr>
        </p:nvSpPr>
        <p:spPr/>
        <p:txBody>
          <a:bodyPr/>
          <a:lstStyle/>
          <a:p>
            <a:r>
              <a:rPr lang="pt-BR" dirty="0"/>
              <a:t>Calcular TFIDF</a:t>
            </a:r>
          </a:p>
        </p:txBody>
      </p:sp>
      <p:sp>
        <p:nvSpPr>
          <p:cNvPr id="3" name="Espaço Reservado para Texto 2">
            <a:extLst>
              <a:ext uri="{FF2B5EF4-FFF2-40B4-BE49-F238E27FC236}">
                <a16:creationId xmlns:a16="http://schemas.microsoft.com/office/drawing/2014/main" id="{4D58A459-E204-41E7-8448-97190DF22EDC}"/>
              </a:ext>
            </a:extLst>
          </p:cNvPr>
          <p:cNvSpPr>
            <a:spLocks noGrp="1"/>
          </p:cNvSpPr>
          <p:nvPr>
            <p:ph type="body" sz="quarter" idx="10"/>
          </p:nvPr>
        </p:nvSpPr>
        <p:spPr>
          <a:xfrm>
            <a:off x="833520" y="1838890"/>
            <a:ext cx="10647658" cy="607977"/>
          </a:xfrm>
        </p:spPr>
        <p:txBody>
          <a:bodyPr/>
          <a:lstStyle/>
          <a:p>
            <a:r>
              <a:rPr lang="pt-BR" dirty="0"/>
              <a:t>Usando a palavra agente</a:t>
            </a:r>
          </a:p>
        </p:txBody>
      </p:sp>
      <p:sp>
        <p:nvSpPr>
          <p:cNvPr id="4" name="Retângulo 3">
            <a:extLst>
              <a:ext uri="{FF2B5EF4-FFF2-40B4-BE49-F238E27FC236}">
                <a16:creationId xmlns:a16="http://schemas.microsoft.com/office/drawing/2014/main" id="{EE37E460-D5C5-4386-9A39-2666BE9C835C}"/>
              </a:ext>
            </a:extLst>
          </p:cNvPr>
          <p:cNvSpPr/>
          <p:nvPr/>
        </p:nvSpPr>
        <p:spPr>
          <a:xfrm>
            <a:off x="4624283" y="2683823"/>
            <a:ext cx="2943434"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tfidf</a:t>
            </a:r>
            <a:r>
              <a:rPr lang="pt-BR" sz="3200" dirty="0">
                <a:latin typeface="Times New Roman" panose="02020603050405020304" pitchFamily="18" charset="0"/>
                <a:cs typeface="Times New Roman" panose="02020603050405020304" pitchFamily="18" charset="0"/>
              </a:rPr>
              <a:t>(t, d) = 6 * 0</a:t>
            </a:r>
          </a:p>
        </p:txBody>
      </p:sp>
      <p:sp>
        <p:nvSpPr>
          <p:cNvPr id="6" name="Espaço Reservado para Texto 2">
            <a:extLst>
              <a:ext uri="{FF2B5EF4-FFF2-40B4-BE49-F238E27FC236}">
                <a16:creationId xmlns:a16="http://schemas.microsoft.com/office/drawing/2014/main" id="{53158277-2A43-413C-98E5-57EE2E87E292}"/>
              </a:ext>
            </a:extLst>
          </p:cNvPr>
          <p:cNvSpPr txBox="1">
            <a:spLocks/>
          </p:cNvSpPr>
          <p:nvPr/>
        </p:nvSpPr>
        <p:spPr>
          <a:xfrm>
            <a:off x="909720" y="4411134"/>
            <a:ext cx="10647658" cy="1372014"/>
          </a:xfrm>
          <a:prstGeom prst="rect">
            <a:avLst/>
          </a:prstGeom>
        </p:spPr>
        <p:txBody>
          <a:bodyPr/>
          <a:lstStyle>
            <a:lvl1pPr marL="0" eaLnBrk="1" hangingPunct="1">
              <a:lnSpc>
                <a:spcPct val="150000"/>
              </a:lnSpc>
              <a:defRPr sz="2000">
                <a:latin typeface="Times New Roman" panose="02020603050405020304" pitchFamily="18" charset="0"/>
                <a:ea typeface="+mn-ea"/>
                <a:cs typeface="Times New Roman" panose="02020603050405020304" pitchFamily="18" charset="0"/>
              </a:defRPr>
            </a:lvl1pPr>
            <a:lvl2pPr marL="457200" eaLnBrk="1" hangingPunct="1">
              <a:lnSpc>
                <a:spcPct val="150000"/>
              </a:lnSpc>
              <a:defRPr>
                <a:latin typeface="Times New Roman" panose="02020603050405020304" pitchFamily="18" charset="0"/>
                <a:ea typeface="+mn-ea"/>
                <a:cs typeface="Times New Roman" panose="02020603050405020304" pitchFamily="18" charset="0"/>
              </a:defRPr>
            </a:lvl2pPr>
            <a:lvl3pPr marL="914400" eaLnBrk="1" hangingPunct="1">
              <a:lnSpc>
                <a:spcPct val="150000"/>
              </a:lnSpc>
              <a:defRPr sz="1600">
                <a:latin typeface="Times New Roman" panose="02020603050405020304" pitchFamily="18" charset="0"/>
                <a:ea typeface="+mn-ea"/>
                <a:cs typeface="Times New Roman" panose="02020603050405020304" pitchFamily="18" charset="0"/>
              </a:defRPr>
            </a:lvl3pPr>
            <a:lvl4pPr marL="1371600" eaLnBrk="1" hangingPunct="1">
              <a:lnSpc>
                <a:spcPct val="150000"/>
              </a:lnSpc>
              <a:defRPr sz="1400">
                <a:latin typeface="Times New Roman" panose="02020603050405020304" pitchFamily="18" charset="0"/>
                <a:ea typeface="+mn-ea"/>
                <a:cs typeface="Times New Roman" panose="02020603050405020304" pitchFamily="18" charset="0"/>
              </a:defRPr>
            </a:lvl4pPr>
            <a:lvl5pPr marL="1828800" eaLnBrk="1" hangingPunct="1">
              <a:lnSpc>
                <a:spcPct val="150000"/>
              </a:lnSpc>
              <a:defRPr sz="1400">
                <a:latin typeface="Times New Roman" panose="02020603050405020304" pitchFamily="18" charset="0"/>
                <a:ea typeface="+mn-ea"/>
                <a:cs typeface="Times New Roman" panose="02020603050405020304" pitchFamily="18" charset="0"/>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r>
              <a:rPr lang="pt-BR" dirty="0"/>
              <a:t>Onde:</a:t>
            </a:r>
          </a:p>
          <a:p>
            <a:pPr marL="457200" lvl="6">
              <a:lnSpc>
                <a:spcPct val="150000"/>
              </a:lnSpc>
            </a:pPr>
            <a:r>
              <a:rPr lang="pt-BR" sz="1600" b="1" dirty="0">
                <a:latin typeface="Times New Roman" panose="02020603050405020304" pitchFamily="18" charset="0"/>
                <a:cs typeface="Times New Roman" panose="02020603050405020304" pitchFamily="18" charset="0"/>
              </a:rPr>
              <a:t>tf </a:t>
            </a:r>
            <a:r>
              <a:rPr lang="pt-BR" sz="1600" dirty="0">
                <a:latin typeface="Times New Roman" panose="02020603050405020304" pitchFamily="18" charset="0"/>
                <a:cs typeface="Times New Roman" panose="02020603050405020304" pitchFamily="18" charset="0"/>
              </a:rPr>
              <a:t>- 6</a:t>
            </a:r>
          </a:p>
          <a:p>
            <a:pPr marL="457200" lvl="6">
              <a:lnSpc>
                <a:spcPct val="150000"/>
              </a:lnSpc>
            </a:pPr>
            <a:r>
              <a:rPr lang="pt-BR" sz="1600" b="1" dirty="0" err="1">
                <a:latin typeface="Times New Roman" panose="02020603050405020304" pitchFamily="18" charset="0"/>
                <a:cs typeface="Times New Roman" panose="02020603050405020304" pitchFamily="18" charset="0"/>
              </a:rPr>
              <a:t>idf</a:t>
            </a:r>
            <a:r>
              <a:rPr lang="pt-BR" sz="1600" dirty="0">
                <a:latin typeface="Times New Roman" panose="02020603050405020304" pitchFamily="18" charset="0"/>
                <a:cs typeface="Times New Roman" panose="02020603050405020304" pitchFamily="18" charset="0"/>
              </a:rPr>
              <a:t> - 0</a:t>
            </a:r>
          </a:p>
        </p:txBody>
      </p:sp>
      <p:sp>
        <p:nvSpPr>
          <p:cNvPr id="7" name="Espaço Reservado para Texto 2">
            <a:extLst>
              <a:ext uri="{FF2B5EF4-FFF2-40B4-BE49-F238E27FC236}">
                <a16:creationId xmlns:a16="http://schemas.microsoft.com/office/drawing/2014/main" id="{CABABFA5-A11E-469D-AEDD-7B543F7459E5}"/>
              </a:ext>
            </a:extLst>
          </p:cNvPr>
          <p:cNvSpPr txBox="1">
            <a:spLocks/>
          </p:cNvSpPr>
          <p:nvPr/>
        </p:nvSpPr>
        <p:spPr>
          <a:xfrm>
            <a:off x="985920" y="1991290"/>
            <a:ext cx="10647658" cy="607977"/>
          </a:xfrm>
          <a:prstGeom prst="rect">
            <a:avLst/>
          </a:prstGeom>
        </p:spPr>
        <p:txBody>
          <a:bodyPr/>
          <a:lstStyle>
            <a:lvl1pPr marL="0" eaLnBrk="1" hangingPunct="1">
              <a:lnSpc>
                <a:spcPct val="150000"/>
              </a:lnSpc>
              <a:defRPr sz="2000">
                <a:latin typeface="Times New Roman" panose="02020603050405020304" pitchFamily="18" charset="0"/>
                <a:ea typeface="+mn-ea"/>
                <a:cs typeface="Times New Roman" panose="02020603050405020304" pitchFamily="18" charset="0"/>
              </a:defRPr>
            </a:lvl1pPr>
            <a:lvl2pPr marL="457200" eaLnBrk="1" hangingPunct="1">
              <a:lnSpc>
                <a:spcPct val="150000"/>
              </a:lnSpc>
              <a:defRPr>
                <a:latin typeface="Times New Roman" panose="02020603050405020304" pitchFamily="18" charset="0"/>
                <a:ea typeface="+mn-ea"/>
                <a:cs typeface="Times New Roman" panose="02020603050405020304" pitchFamily="18" charset="0"/>
              </a:defRPr>
            </a:lvl2pPr>
            <a:lvl3pPr marL="914400" eaLnBrk="1" hangingPunct="1">
              <a:lnSpc>
                <a:spcPct val="150000"/>
              </a:lnSpc>
              <a:defRPr sz="1600">
                <a:latin typeface="Times New Roman" panose="02020603050405020304" pitchFamily="18" charset="0"/>
                <a:ea typeface="+mn-ea"/>
                <a:cs typeface="Times New Roman" panose="02020603050405020304" pitchFamily="18" charset="0"/>
              </a:defRPr>
            </a:lvl3pPr>
            <a:lvl4pPr marL="1371600" eaLnBrk="1" hangingPunct="1">
              <a:lnSpc>
                <a:spcPct val="150000"/>
              </a:lnSpc>
              <a:defRPr sz="1400">
                <a:latin typeface="Times New Roman" panose="02020603050405020304" pitchFamily="18" charset="0"/>
                <a:ea typeface="+mn-ea"/>
                <a:cs typeface="Times New Roman" panose="02020603050405020304" pitchFamily="18" charset="0"/>
              </a:defRPr>
            </a:lvl4pPr>
            <a:lvl5pPr marL="1828800" eaLnBrk="1" hangingPunct="1">
              <a:lnSpc>
                <a:spcPct val="150000"/>
              </a:lnSpc>
              <a:defRPr sz="1400">
                <a:latin typeface="Times New Roman" panose="02020603050405020304" pitchFamily="18" charset="0"/>
                <a:ea typeface="+mn-ea"/>
                <a:cs typeface="Times New Roman" panose="02020603050405020304" pitchFamily="18" charset="0"/>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endParaRPr lang="pt-BR" dirty="0"/>
          </a:p>
        </p:txBody>
      </p:sp>
      <p:sp>
        <p:nvSpPr>
          <p:cNvPr id="9" name="Retângulo 8">
            <a:extLst>
              <a:ext uri="{FF2B5EF4-FFF2-40B4-BE49-F238E27FC236}">
                <a16:creationId xmlns:a16="http://schemas.microsoft.com/office/drawing/2014/main" id="{AB4EE846-7A77-40DA-9B74-982C659F4E6D}"/>
              </a:ext>
            </a:extLst>
          </p:cNvPr>
          <p:cNvSpPr/>
          <p:nvPr/>
        </p:nvSpPr>
        <p:spPr>
          <a:xfrm>
            <a:off x="4932060" y="3449415"/>
            <a:ext cx="2327881" cy="584775"/>
          </a:xfrm>
          <a:prstGeom prst="rect">
            <a:avLst/>
          </a:prstGeom>
        </p:spPr>
        <p:txBody>
          <a:bodyPr wrap="none">
            <a:spAutoFit/>
          </a:bodyPr>
          <a:lstStyle/>
          <a:p>
            <a:r>
              <a:rPr lang="pt-BR" sz="3200" dirty="0" err="1">
                <a:latin typeface="Times New Roman" panose="02020603050405020304" pitchFamily="18" charset="0"/>
                <a:cs typeface="Times New Roman" panose="02020603050405020304" pitchFamily="18" charset="0"/>
              </a:rPr>
              <a:t>tfidf</a:t>
            </a:r>
            <a:r>
              <a:rPr lang="pt-BR" sz="3200" dirty="0">
                <a:latin typeface="Times New Roman" panose="02020603050405020304" pitchFamily="18" charset="0"/>
                <a:cs typeface="Times New Roman" panose="02020603050405020304" pitchFamily="18" charset="0"/>
              </a:rPr>
              <a:t>(t, d) = 0</a:t>
            </a:r>
          </a:p>
        </p:txBody>
      </p:sp>
    </p:spTree>
    <p:extLst>
      <p:ext uri="{BB962C8B-B14F-4D97-AF65-F5344CB8AC3E}">
        <p14:creationId xmlns:p14="http://schemas.microsoft.com/office/powerpoint/2010/main" val="11496128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3F80CD-5BD6-463E-A189-233A748F5E06}"/>
              </a:ext>
            </a:extLst>
          </p:cNvPr>
          <p:cNvSpPr>
            <a:spLocks noGrp="1"/>
          </p:cNvSpPr>
          <p:nvPr>
            <p:ph type="title"/>
          </p:nvPr>
        </p:nvSpPr>
        <p:spPr/>
        <p:txBody>
          <a:bodyPr/>
          <a:lstStyle/>
          <a:p>
            <a:r>
              <a:rPr lang="pt-BR" dirty="0"/>
              <a:t>Desafio Prático — Calculando TF-IDF</a:t>
            </a:r>
          </a:p>
        </p:txBody>
      </p:sp>
      <p:sp>
        <p:nvSpPr>
          <p:cNvPr id="3" name="Espaço Reservado para Texto 2">
            <a:extLst>
              <a:ext uri="{FF2B5EF4-FFF2-40B4-BE49-F238E27FC236}">
                <a16:creationId xmlns:a16="http://schemas.microsoft.com/office/drawing/2014/main" id="{21C136A1-EA60-4DF9-B575-3E8932F564CB}"/>
              </a:ext>
            </a:extLst>
          </p:cNvPr>
          <p:cNvSpPr>
            <a:spLocks noGrp="1"/>
          </p:cNvSpPr>
          <p:nvPr>
            <p:ph type="body" sz="quarter" idx="10"/>
          </p:nvPr>
        </p:nvSpPr>
        <p:spPr/>
        <p:txBody>
          <a:bodyPr/>
          <a:lstStyle/>
          <a:p>
            <a:r>
              <a:rPr lang="pt-BR" dirty="0"/>
              <a:t>Você tem dois documentos:</a:t>
            </a:r>
          </a:p>
          <a:p>
            <a:pPr marL="742950" lvl="1" indent="-285750">
              <a:buFont typeface="Arial" panose="020B0604020202020204" pitchFamily="34" charset="0"/>
              <a:buChar char="•"/>
            </a:pPr>
            <a:r>
              <a:rPr lang="pt-BR" dirty="0"/>
              <a:t>Exemplo A</a:t>
            </a:r>
          </a:p>
          <a:p>
            <a:pPr marL="742950" lvl="1" indent="-285750">
              <a:buFont typeface="Arial" panose="020B0604020202020204" pitchFamily="34" charset="0"/>
              <a:buChar char="•"/>
            </a:pPr>
            <a:r>
              <a:rPr lang="pt-BR" dirty="0"/>
              <a:t>Exemplo B</a:t>
            </a:r>
          </a:p>
          <a:p>
            <a:r>
              <a:rPr lang="pt-BR" dirty="0"/>
              <a:t>Calcular o </a:t>
            </a:r>
            <a:r>
              <a:rPr lang="pt-BR" b="1" dirty="0"/>
              <a:t>TF-IDF</a:t>
            </a:r>
            <a:r>
              <a:rPr lang="pt-BR" dirty="0"/>
              <a:t> para:</a:t>
            </a:r>
          </a:p>
          <a:p>
            <a:pPr marL="800100" lvl="1" indent="-342900">
              <a:buFont typeface="Arial" panose="020B0604020202020204" pitchFamily="34" charset="0"/>
              <a:buChar char="•"/>
            </a:pPr>
            <a:r>
              <a:rPr lang="pt-BR" dirty="0"/>
              <a:t>Palavra </a:t>
            </a:r>
            <a:r>
              <a:rPr lang="pt-BR" b="1" dirty="0"/>
              <a:t>“</a:t>
            </a:r>
            <a:r>
              <a:rPr lang="pt-BR" b="1" dirty="0" err="1"/>
              <a:t>copilot</a:t>
            </a:r>
            <a:r>
              <a:rPr lang="pt-BR" b="1" dirty="0"/>
              <a:t>”</a:t>
            </a:r>
            <a:r>
              <a:rPr lang="pt-BR" dirty="0"/>
              <a:t> no Texto A</a:t>
            </a:r>
          </a:p>
          <a:p>
            <a:pPr marL="800100" lvl="1" indent="-342900">
              <a:buFont typeface="Arial" panose="020B0604020202020204" pitchFamily="34" charset="0"/>
              <a:buChar char="•"/>
            </a:pPr>
            <a:r>
              <a:rPr lang="pt-BR" dirty="0"/>
              <a:t>Palavra </a:t>
            </a:r>
            <a:r>
              <a:rPr lang="pt-BR" b="1" dirty="0"/>
              <a:t>“código”</a:t>
            </a:r>
            <a:r>
              <a:rPr lang="pt-BR" dirty="0"/>
              <a:t> no Texto B</a:t>
            </a:r>
          </a:p>
          <a:p>
            <a:endParaRPr lang="pt-BR" dirty="0"/>
          </a:p>
        </p:txBody>
      </p:sp>
    </p:spTree>
    <p:extLst>
      <p:ext uri="{BB962C8B-B14F-4D97-AF65-F5344CB8AC3E}">
        <p14:creationId xmlns:p14="http://schemas.microsoft.com/office/powerpoint/2010/main" val="5644010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AA851B15-1496-41D0-B7A3-98D5B2E44AB0}"/>
              </a:ext>
            </a:extLst>
          </p:cNvPr>
          <p:cNvSpPr>
            <a:spLocks noGrp="1"/>
          </p:cNvSpPr>
          <p:nvPr>
            <p:ph type="ctrTitle"/>
          </p:nvPr>
        </p:nvSpPr>
        <p:spPr/>
        <p:txBody>
          <a:bodyPr/>
          <a:lstStyle/>
          <a:p>
            <a:r>
              <a:rPr lang="pt-BR" dirty="0"/>
              <a:t>Técnicas de aprendizado de máquina</a:t>
            </a:r>
          </a:p>
        </p:txBody>
      </p:sp>
    </p:spTree>
    <p:extLst>
      <p:ext uri="{BB962C8B-B14F-4D97-AF65-F5344CB8AC3E}">
        <p14:creationId xmlns:p14="http://schemas.microsoft.com/office/powerpoint/2010/main" val="753215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53C2D6DF-3A92-4888-83EF-8C138E2A6724}"/>
              </a:ext>
            </a:extLst>
          </p:cNvPr>
          <p:cNvSpPr>
            <a:spLocks noGrp="1"/>
          </p:cNvSpPr>
          <p:nvPr>
            <p:ph type="body" sz="quarter" idx="10"/>
          </p:nvPr>
        </p:nvSpPr>
        <p:spPr/>
        <p:txBody>
          <a:bodyPr/>
          <a:lstStyle/>
          <a:p>
            <a:pPr algn="just"/>
            <a:r>
              <a:rPr lang="pt-BR" dirty="0"/>
              <a:t>A técnica </a:t>
            </a:r>
            <a:r>
              <a:rPr lang="pt-BR" b="1" dirty="0"/>
              <a:t>Bag </a:t>
            </a:r>
            <a:r>
              <a:rPr lang="pt-BR" b="1" dirty="0" err="1"/>
              <a:t>of</a:t>
            </a:r>
            <a:r>
              <a:rPr lang="pt-BR" b="1" dirty="0"/>
              <a:t> </a:t>
            </a:r>
            <a:r>
              <a:rPr lang="pt-BR" b="1" dirty="0" err="1"/>
              <a:t>Words</a:t>
            </a:r>
            <a:r>
              <a:rPr lang="pt-BR" b="1" dirty="0"/>
              <a:t> (Saco de Palavras)</a:t>
            </a:r>
            <a:r>
              <a:rPr lang="pt-BR" dirty="0"/>
              <a:t> representa um texto como um conjunto de palavras e suas frequências, ignorando a ordem e a gramática. Esse formato transforma o texto em números, que podem ser usados por algoritmos de Machine Learning, como o </a:t>
            </a:r>
            <a:r>
              <a:rPr lang="pt-BR" b="1" dirty="0" err="1"/>
              <a:t>Naive</a:t>
            </a:r>
            <a:r>
              <a:rPr lang="pt-BR" b="1" dirty="0"/>
              <a:t> </a:t>
            </a:r>
            <a:r>
              <a:rPr lang="pt-BR" b="1" dirty="0" err="1"/>
              <a:t>Bayes</a:t>
            </a:r>
            <a:r>
              <a:rPr lang="pt-BR" dirty="0"/>
              <a:t>, para classificar documentos. É muito utilizada em tarefas como </a:t>
            </a:r>
            <a:r>
              <a:rPr lang="pt-BR" b="1" dirty="0"/>
              <a:t>detecção de spam</a:t>
            </a:r>
            <a:r>
              <a:rPr lang="pt-BR" dirty="0"/>
              <a:t> e </a:t>
            </a:r>
            <a:r>
              <a:rPr lang="pt-BR" b="1" dirty="0"/>
              <a:t>análise de sentimento</a:t>
            </a:r>
            <a:r>
              <a:rPr lang="pt-BR" dirty="0"/>
              <a:t>, onde o modelo aprende a identificar padrões de palavras para prever categorias como “spam”, “positivo” ou “negativo”.</a:t>
            </a:r>
          </a:p>
        </p:txBody>
      </p:sp>
      <p:sp>
        <p:nvSpPr>
          <p:cNvPr id="3" name="Título 2">
            <a:extLst>
              <a:ext uri="{FF2B5EF4-FFF2-40B4-BE49-F238E27FC236}">
                <a16:creationId xmlns:a16="http://schemas.microsoft.com/office/drawing/2014/main" id="{13CCB2C6-1F1B-4F12-B67B-4DC091202CCD}"/>
              </a:ext>
            </a:extLst>
          </p:cNvPr>
          <p:cNvSpPr>
            <a:spLocks noGrp="1"/>
          </p:cNvSpPr>
          <p:nvPr>
            <p:ph type="title"/>
          </p:nvPr>
        </p:nvSpPr>
        <p:spPr/>
        <p:txBody>
          <a:bodyPr/>
          <a:lstStyle/>
          <a:p>
            <a:r>
              <a:rPr lang="pt-BR" dirty="0"/>
              <a:t>Técnica </a:t>
            </a:r>
            <a:r>
              <a:rPr lang="pt-BR" b="1" dirty="0"/>
              <a:t>Bag </a:t>
            </a:r>
            <a:r>
              <a:rPr lang="pt-BR" b="1" dirty="0" err="1"/>
              <a:t>of</a:t>
            </a:r>
            <a:r>
              <a:rPr lang="pt-BR" b="1" dirty="0"/>
              <a:t> </a:t>
            </a:r>
            <a:r>
              <a:rPr lang="pt-BR" b="1" dirty="0" err="1"/>
              <a:t>Words</a:t>
            </a:r>
            <a:endParaRPr lang="pt-BR" dirty="0"/>
          </a:p>
        </p:txBody>
      </p:sp>
    </p:spTree>
    <p:extLst>
      <p:ext uri="{BB962C8B-B14F-4D97-AF65-F5344CB8AC3E}">
        <p14:creationId xmlns:p14="http://schemas.microsoft.com/office/powerpoint/2010/main" val="4060476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82E6FE2C-3C9E-49A8-9561-2F1F9D04E85F}"/>
              </a:ext>
            </a:extLst>
          </p:cNvPr>
          <p:cNvSpPr>
            <a:spLocks noGrp="1"/>
          </p:cNvSpPr>
          <p:nvPr>
            <p:ph type="body" sz="quarter" idx="10"/>
          </p:nvPr>
        </p:nvSpPr>
        <p:spPr/>
        <p:txBody>
          <a:bodyPr/>
          <a:lstStyle/>
          <a:p>
            <a:pPr algn="just"/>
            <a:r>
              <a:rPr lang="pt-BR" dirty="0"/>
              <a:t>O </a:t>
            </a:r>
            <a:r>
              <a:rPr lang="pt-BR" dirty="0" err="1"/>
              <a:t>TextRank</a:t>
            </a:r>
            <a:r>
              <a:rPr lang="pt-BR" dirty="0"/>
              <a:t> é um algoritmo não supervisionado baseado em grafos que representa o texto como uma rede de frases conectadas por similaridade. Cada frase é tratada como um nó, e as conexões entre elas indicam o quanto são parecidas. Inspirado no </a:t>
            </a:r>
            <a:r>
              <a:rPr lang="pt-BR" dirty="0" err="1"/>
              <a:t>PageRank</a:t>
            </a:r>
            <a:r>
              <a:rPr lang="pt-BR" dirty="0"/>
              <a:t> do Google, o </a:t>
            </a:r>
            <a:r>
              <a:rPr lang="pt-BR" dirty="0" err="1"/>
              <a:t>TextRank</a:t>
            </a:r>
            <a:r>
              <a:rPr lang="pt-BR" dirty="0"/>
              <a:t> considera uma frase importante quando ela é semelhante a várias outras frases relevantes. Ele é amplamente utilizado para resumo automático de texto, selecionando as frases que melhor representam o conteúdo geral do documento.</a:t>
            </a:r>
          </a:p>
        </p:txBody>
      </p:sp>
      <p:sp>
        <p:nvSpPr>
          <p:cNvPr id="3" name="Título 2">
            <a:extLst>
              <a:ext uri="{FF2B5EF4-FFF2-40B4-BE49-F238E27FC236}">
                <a16:creationId xmlns:a16="http://schemas.microsoft.com/office/drawing/2014/main" id="{37C9C87A-1376-486C-838F-C64427FCFC51}"/>
              </a:ext>
            </a:extLst>
          </p:cNvPr>
          <p:cNvSpPr>
            <a:spLocks noGrp="1"/>
          </p:cNvSpPr>
          <p:nvPr>
            <p:ph type="title"/>
          </p:nvPr>
        </p:nvSpPr>
        <p:spPr/>
        <p:txBody>
          <a:bodyPr/>
          <a:lstStyle/>
          <a:p>
            <a:r>
              <a:rPr lang="pt-BR" dirty="0"/>
              <a:t>Algoritmo </a:t>
            </a:r>
            <a:r>
              <a:rPr lang="pt-BR" b="1" dirty="0" err="1"/>
              <a:t>TextRank</a:t>
            </a:r>
            <a:endParaRPr lang="pt-BR" b="1" dirty="0"/>
          </a:p>
        </p:txBody>
      </p:sp>
    </p:spTree>
    <p:extLst>
      <p:ext uri="{BB962C8B-B14F-4D97-AF65-F5344CB8AC3E}">
        <p14:creationId xmlns:p14="http://schemas.microsoft.com/office/powerpoint/2010/main" val="30186587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7A55543C-0E6E-425D-BAB4-DEC034B5C4A7}"/>
              </a:ext>
            </a:extLst>
          </p:cNvPr>
          <p:cNvSpPr>
            <a:spLocks noGrp="1"/>
          </p:cNvSpPr>
          <p:nvPr>
            <p:ph type="body" sz="quarter" idx="10"/>
          </p:nvPr>
        </p:nvSpPr>
        <p:spPr/>
        <p:txBody>
          <a:bodyPr/>
          <a:lstStyle/>
          <a:p>
            <a:endParaRPr lang="pt-BR"/>
          </a:p>
        </p:txBody>
      </p:sp>
      <p:sp>
        <p:nvSpPr>
          <p:cNvPr id="3" name="Título 2">
            <a:extLst>
              <a:ext uri="{FF2B5EF4-FFF2-40B4-BE49-F238E27FC236}">
                <a16:creationId xmlns:a16="http://schemas.microsoft.com/office/drawing/2014/main" id="{D5F2B260-4DD2-4984-93F5-43DB03B63027}"/>
              </a:ext>
            </a:extLst>
          </p:cNvPr>
          <p:cNvSpPr>
            <a:spLocks noGrp="1"/>
          </p:cNvSpPr>
          <p:nvPr>
            <p:ph type="title"/>
          </p:nvPr>
        </p:nvSpPr>
        <p:spPr/>
        <p:txBody>
          <a:bodyPr/>
          <a:lstStyle/>
          <a:p>
            <a:pPr algn="l"/>
            <a:r>
              <a:rPr lang="pt-BR" b="1" dirty="0"/>
              <a:t>Modelos de linguagem semântica</a:t>
            </a:r>
            <a:br>
              <a:rPr lang="pt-BR" b="1" dirty="0"/>
            </a:br>
            <a:endParaRPr lang="pt-BR" dirty="0"/>
          </a:p>
        </p:txBody>
      </p:sp>
    </p:spTree>
    <p:extLst>
      <p:ext uri="{BB962C8B-B14F-4D97-AF65-F5344CB8AC3E}">
        <p14:creationId xmlns:p14="http://schemas.microsoft.com/office/powerpoint/2010/main" val="654360594"/>
      </p:ext>
    </p:extLst>
  </p:cSld>
  <p:clrMapOvr>
    <a:masterClrMapping/>
  </p:clrMapOvr>
</p:sld>
</file>

<file path=ppt/theme/theme1.xml><?xml version="1.0" encoding="utf-8"?>
<a:theme xmlns:a="http://schemas.openxmlformats.org/drawingml/2006/main" name="Tema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ema1" id="{254002DE-5F08-45BF-8F31-FC20976BC4DF}" vid="{A7192747-86C6-4C3D-B7B6-3F8DEE71C055}"/>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Tema1</Template>
  <TotalTime>748</TotalTime>
  <Words>1844</Words>
  <Application>Microsoft Office PowerPoint</Application>
  <PresentationFormat>Widescreen</PresentationFormat>
  <Paragraphs>167</Paragraphs>
  <Slides>30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30</vt:i4>
      </vt:variant>
    </vt:vector>
  </HeadingPairs>
  <TitlesOfParts>
    <vt:vector size="34" baseType="lpstr">
      <vt:lpstr>Arial</vt:lpstr>
      <vt:lpstr>Calibri</vt:lpstr>
      <vt:lpstr>Times New Roman</vt:lpstr>
      <vt:lpstr>Tema1</vt:lpstr>
      <vt:lpstr>Introdução a Análise de Texto</vt:lpstr>
      <vt:lpstr>Análise de texto</vt:lpstr>
      <vt:lpstr>Tokenização</vt:lpstr>
      <vt:lpstr>Tokenização</vt:lpstr>
      <vt:lpstr>Tokenização</vt:lpstr>
      <vt:lpstr>Palavras de Parada (ou stop words)</vt:lpstr>
      <vt:lpstr>Tokenização</vt:lpstr>
      <vt:lpstr>Stemming x Lematização</vt:lpstr>
      <vt:lpstr>Tokenização</vt:lpstr>
      <vt:lpstr>Desafio de Tokenização</vt:lpstr>
      <vt:lpstr>Análise de texto estatístico.</vt:lpstr>
      <vt:lpstr>Análise de Frequência</vt:lpstr>
      <vt:lpstr>Análise de Frequência</vt:lpstr>
      <vt:lpstr>Análise de Frequência</vt:lpstr>
      <vt:lpstr>TF/IDF - Frequência de termo/frequência de documento inverso (TF-IDF)</vt:lpstr>
      <vt:lpstr>Exemplo A</vt:lpstr>
      <vt:lpstr>Exemplo B:</vt:lpstr>
      <vt:lpstr>Termos dos Exemplos</vt:lpstr>
      <vt:lpstr>TF/IDF - Frequência de termo/frequência de documento inverso (TF-IDF)</vt:lpstr>
      <vt:lpstr>Como é feito o calculo de TF-IDF</vt:lpstr>
      <vt:lpstr>Calcular TF (Frequência do Termo)</vt:lpstr>
      <vt:lpstr>Calcular IDF  (Frequência Inversa de Documentos) </vt:lpstr>
      <vt:lpstr>Calcular IDF</vt:lpstr>
      <vt:lpstr>Calcular TFIDF</vt:lpstr>
      <vt:lpstr>Calcular TFIDF</vt:lpstr>
      <vt:lpstr>Desafio Prático — Calculando TF-IDF</vt:lpstr>
      <vt:lpstr>Técnicas de aprendizado de máquina</vt:lpstr>
      <vt:lpstr>Técnica Bag of Words</vt:lpstr>
      <vt:lpstr>Algoritmo TextRank</vt:lpstr>
      <vt:lpstr>Modelos de linguagem semântica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Lucas Tadeu Monteiro Guedes Fernandes Salomao</dc:creator>
  <cp:lastModifiedBy>Pedro Miho</cp:lastModifiedBy>
  <cp:revision>134</cp:revision>
  <dcterms:created xsi:type="dcterms:W3CDTF">2024-03-08T12:14:33Z</dcterms:created>
  <dcterms:modified xsi:type="dcterms:W3CDTF">2026-02-23T23:31:01Z</dcterms:modified>
</cp:coreProperties>
</file>