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62" r:id="rId9"/>
    <p:sldId id="263" r:id="rId10"/>
    <p:sldId id="265" r:id="rId11"/>
    <p:sldId id="264" r:id="rId12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621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9280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4" name="Holder 3">
            <a:extLst>
              <a:ext uri="{FF2B5EF4-FFF2-40B4-BE49-F238E27FC236}">
                <a16:creationId xmlns:a16="http://schemas.microsoft.com/office/drawing/2014/main" id="{91603070-CEA7-49FD-B0EB-9AC93A2F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11356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Holder 3">
            <a:extLst>
              <a:ext uri="{FF2B5EF4-FFF2-40B4-BE49-F238E27FC236}">
                <a16:creationId xmlns:a16="http://schemas.microsoft.com/office/drawing/2014/main" id="{A5EAD103-3AAF-4922-A6E1-F18C27C6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3610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D5661909-6A74-47DA-A69B-B62FC1FD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296E04F6-2A7F-4447-B76A-3DF2E1A8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4653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175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2B143-CCC9-4972-8D1D-DA122FF8D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 Condicionais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59B1D4-31FC-423F-93FB-9EFCB2C37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</a:t>
            </a:r>
            <a:r>
              <a:rPr lang="pt-BR" dirty="0" err="1"/>
              <a:t>Miho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43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389870"/>
          </a:xfrm>
        </p:spPr>
        <p:txBody>
          <a:bodyPr/>
          <a:lstStyle/>
          <a:p>
            <a:r>
              <a:rPr lang="pt-BR" dirty="0"/>
              <a:t>As estruturas condicionais em Java são usadas para tomar decisões com base em condições avaliadas durante a execução do programa. Elas permitem que o código siga diferentes caminhos, dependendo dos valores ou resultados das expressões, sendo as principais estruturas condicionais:</a:t>
            </a:r>
          </a:p>
          <a:p>
            <a:endParaRPr lang="pt-BR" dirty="0"/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Executa um bloco de código se a condição for verdadeira.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ELSE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Adiciona um bloco alternativo caso a condição seja falsa.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ELSE-IF ELSE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Permite testar múltiplas condições em sequência. 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Útil para testar uma variável contra vários valores possíveis.</a:t>
            </a:r>
          </a:p>
        </p:txBody>
      </p:sp>
    </p:spTree>
    <p:extLst>
      <p:ext uri="{BB962C8B-B14F-4D97-AF65-F5344CB8AC3E}">
        <p14:creationId xmlns:p14="http://schemas.microsoft.com/office/powerpoint/2010/main" val="184995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Comparação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508125"/>
          </a:xfrm>
        </p:spPr>
        <p:txBody>
          <a:bodyPr/>
          <a:lstStyle/>
          <a:p>
            <a:r>
              <a:rPr lang="pt-BR" dirty="0"/>
              <a:t>Os operadores comparadores em Java são usados para comparar valores e retornar um resultado booleano, ou seja, </a:t>
            </a:r>
            <a:r>
              <a:rPr lang="pt-BR" dirty="0" err="1"/>
              <a:t>true</a:t>
            </a:r>
            <a:r>
              <a:rPr lang="pt-BR" dirty="0"/>
              <a:t> ou false. Eles são fundamentais em estruturas condicionais e loops, permitindo que o programa avalie condições e tome decisões com base nos resultados dessas comparações.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2DA3CD-3281-4BA9-B8D4-0BA70998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83" y="3894482"/>
            <a:ext cx="8425034" cy="214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933249"/>
            <a:ext cx="11007306" cy="360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IF</a:t>
            </a:r>
            <a:r>
              <a:rPr lang="pt-BR" dirty="0"/>
              <a:t>: Condição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2A8D0E-45F1-49A5-95FC-DFB6536D1D1D}"/>
              </a:ext>
            </a:extLst>
          </p:cNvPr>
          <p:cNvSpPr/>
          <p:nvPr/>
        </p:nvSpPr>
        <p:spPr>
          <a:xfrm>
            <a:off x="2937164" y="2511171"/>
            <a:ext cx="63176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18;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&gt;= 18) {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"Você é maior de idade."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A7CFC44-716A-4734-85E6-19DB5667981F}"/>
              </a:ext>
            </a:extLst>
          </p:cNvPr>
          <p:cNvSpPr txBox="1">
            <a:spLocks/>
          </p:cNvSpPr>
          <p:nvPr/>
        </p:nvSpPr>
        <p:spPr>
          <a:xfrm>
            <a:off x="592347" y="3929422"/>
            <a:ext cx="11164144" cy="3600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dirty="0"/>
              <a:t>IF ELSE</a:t>
            </a:r>
            <a:r>
              <a:rPr lang="pt-BR" sz="1800" dirty="0"/>
              <a:t>: Condição Alternativa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16CBEA-6476-4212-9400-2310C0EBF38C}"/>
              </a:ext>
            </a:extLst>
          </p:cNvPr>
          <p:cNvSpPr/>
          <p:nvPr/>
        </p:nvSpPr>
        <p:spPr>
          <a:xfrm>
            <a:off x="2381967" y="4507345"/>
            <a:ext cx="77771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18;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&gt;= 18)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"Você é maior de idade."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"Você é menor de idade."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23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933249"/>
            <a:ext cx="11007306" cy="360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IF-ELSE-IF </a:t>
            </a:r>
            <a:r>
              <a:rPr lang="pt-BR" dirty="0"/>
              <a:t>-</a:t>
            </a:r>
            <a:r>
              <a:rPr lang="pt-BR" b="1" dirty="0"/>
              <a:t> </a:t>
            </a:r>
            <a:r>
              <a:rPr lang="pt-BR" dirty="0"/>
              <a:t>Múltiplas Condições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D583DF-E78D-46CC-A6CA-0F03B92FA8AE}"/>
              </a:ext>
            </a:extLst>
          </p:cNvPr>
          <p:cNvSpPr/>
          <p:nvPr/>
        </p:nvSpPr>
        <p:spPr>
          <a:xfrm>
            <a:off x="3048000" y="2753515"/>
            <a:ext cx="6096000" cy="36522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85;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&gt;= 90) {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"Excelente!"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&gt;= 70) {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"Bom."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&gt;= 50) {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"Regular."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"Insuficiente."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774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933249"/>
            <a:ext cx="11007306" cy="360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SWITCH -</a:t>
            </a:r>
            <a:r>
              <a:rPr lang="pt-BR" dirty="0"/>
              <a:t> Escolha entre Múltiplos Casos.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5E0041-6A3E-4FCE-8962-DE321857B97C}"/>
              </a:ext>
            </a:extLst>
          </p:cNvPr>
          <p:cNvSpPr/>
          <p:nvPr/>
        </p:nvSpPr>
        <p:spPr>
          <a:xfrm>
            <a:off x="3048000" y="2598387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opcao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opcao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"1 - Enfermeiro"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"2 - Fisioterapeuta"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"3 - Clinico Geral"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691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C73CAD2-64F2-466E-83F2-CA9F8B42C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7F0A6E1-8615-4EAA-9D4B-75A1E6435A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</a:t>
            </a:r>
            <a:r>
              <a:rPr lang="pt-BR" dirty="0" err="1"/>
              <a:t>Miho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22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E043-4C92-4D62-950A-F01B3360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690899-5B40-4E17-858C-4AA051FE0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203325"/>
          </a:xfrm>
        </p:spPr>
        <p:txBody>
          <a:bodyPr/>
          <a:lstStyle/>
          <a:p>
            <a:r>
              <a:rPr lang="pt-BR" dirty="0"/>
              <a:t>Os operadores lógicos em Java combinam ou modificam valores booleanos (</a:t>
            </a:r>
            <a:r>
              <a:rPr lang="pt-BR" dirty="0" err="1"/>
              <a:t>true</a:t>
            </a:r>
            <a:r>
              <a:rPr lang="pt-BR" dirty="0"/>
              <a:t> ou false), sendo usados em estruturas condicionais para criar condições mais complexas e dinâmicas.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58FCB2-4337-466A-8CB3-8FA8B289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2" y="3589682"/>
            <a:ext cx="10169236" cy="155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64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Operador AND (&amp;&amp;)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4"/>
            <a:ext cx="11007306" cy="934037"/>
          </a:xfrm>
        </p:spPr>
        <p:txBody>
          <a:bodyPr/>
          <a:lstStyle/>
          <a:p>
            <a:r>
              <a:rPr lang="pt-BR" sz="1800" dirty="0"/>
              <a:t>O operador AND retorna verdadeiro apenas quando todas as condições comparadas são verdadeiras. Caso qualquer uma das condições seja falsa, o resultado final será falso. É útil para validar múltiplos critérios ao mesmo tempo.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E67FDF-E9A0-4270-B98F-6D4E1575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93" y="3707408"/>
            <a:ext cx="5087060" cy="207674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5B11D12-13D9-4236-BE54-A96BBADF0514}"/>
              </a:ext>
            </a:extLst>
          </p:cNvPr>
          <p:cNvSpPr/>
          <p:nvPr/>
        </p:nvSpPr>
        <p:spPr>
          <a:xfrm>
            <a:off x="592347" y="3198825"/>
            <a:ext cx="5503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11;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AB4DBD-FD9A-4D71-83BB-FA7773EFF1E8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47584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Operador OR (||)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84956"/>
          </a:xfrm>
          <a:solidFill>
            <a:schemeClr val="bg1"/>
          </a:solidFill>
        </p:spPr>
        <p:txBody>
          <a:bodyPr/>
          <a:lstStyle/>
          <a:p>
            <a:r>
              <a:rPr lang="pt-BR" sz="1800" dirty="0"/>
              <a:t>O operador OR retorna verdadeiro quando pelo menos uma condição comparada é verdadeira. Ele permite a criação de condições mais flexíveis, onde basta que uma expressão seja atendida.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D374B9-8503-4B74-A806-B0FDDE7F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61" y="3710561"/>
            <a:ext cx="5134692" cy="208626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BF4167B-5123-4287-B3B3-515AF3E85256}"/>
              </a:ext>
            </a:extLst>
          </p:cNvPr>
          <p:cNvSpPr/>
          <p:nvPr/>
        </p:nvSpPr>
        <p:spPr>
          <a:xfrm>
            <a:off x="592347" y="3211504"/>
            <a:ext cx="49561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11;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35D13E-748B-4A29-86B7-DE0525FC45D0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3682200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Operador NOT (!)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47100"/>
          </a:xfrm>
        </p:spPr>
        <p:txBody>
          <a:bodyPr/>
          <a:lstStyle/>
          <a:p>
            <a:r>
              <a:rPr lang="pt-BR" sz="1800" dirty="0"/>
              <a:t>O operador NOT inverte o valor lógico de uma expressão. Ou seja, transforma verdadeiro em falso, e falso em verdadeiro. Ele é útil para criar condições contrárias ao que seria avaliado diretamente.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0AF54F-AE17-4E50-9B5E-670C9C4F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36" y="4187854"/>
            <a:ext cx="3458058" cy="127652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173A86E-815E-4C5F-AFC2-7527C0EF8930}"/>
              </a:ext>
            </a:extLst>
          </p:cNvPr>
          <p:cNvSpPr/>
          <p:nvPr/>
        </p:nvSpPr>
        <p:spPr>
          <a:xfrm>
            <a:off x="592347" y="353345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11;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EA15FE-0A0B-4785-B934-334EB011765E}"/>
              </a:ext>
            </a:extLst>
          </p:cNvPr>
          <p:cNvSpPr txBox="1"/>
          <p:nvPr/>
        </p:nvSpPr>
        <p:spPr>
          <a:xfrm>
            <a:off x="8445471" y="3533457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1901101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54002DE-5F08-45BF-8F31-FC20976BC4DF}" vid="{A7192747-86C6-4C3D-B7B6-3F8DEE71C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1408</TotalTime>
  <Words>656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Times New Roman</vt:lpstr>
      <vt:lpstr>Tema1</vt:lpstr>
      <vt:lpstr>Estrutura Condicionais</vt:lpstr>
      <vt:lpstr>Estruturas Condicionais</vt:lpstr>
      <vt:lpstr>Operadores de Comparação</vt:lpstr>
      <vt:lpstr>Sintaxe para Estruturas Condicionais</vt:lpstr>
      <vt:lpstr>Sintaxe para Estruturas Condicionais</vt:lpstr>
      <vt:lpstr>Sintaxe para Estruturas Condicionais</vt:lpstr>
      <vt:lpstr>Operadores Lógicos</vt:lpstr>
      <vt:lpstr>Operadores Lógicos</vt:lpstr>
      <vt:lpstr>Sintaxe Operador AND (&amp;&amp;)</vt:lpstr>
      <vt:lpstr>Sintaxe Operador OR (||)</vt:lpstr>
      <vt:lpstr>Sintaxe Operador NOT (!)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94</cp:revision>
  <dcterms:created xsi:type="dcterms:W3CDTF">2024-03-08T12:14:33Z</dcterms:created>
  <dcterms:modified xsi:type="dcterms:W3CDTF">2025-10-16T18:03:48Z</dcterms:modified>
</cp:coreProperties>
</file>