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sldIdLst>
    <p:sldId id="276" r:id="rId2"/>
    <p:sldId id="281" r:id="rId3"/>
    <p:sldId id="282" r:id="rId4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Conteú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904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489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207491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365985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526011" y="5460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684503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842997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001494" y="5460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08904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0489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207491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365985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526011" y="56189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684503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842997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2001494" y="56189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8904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0489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207491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365985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26011" y="577748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684503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842997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001494" y="577748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8904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10489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207491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365985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526011" y="5937503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684503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842997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2001494" y="5937503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8904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10489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1207491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365985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526011" y="60960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684503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842997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2001494" y="60960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904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489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207491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365985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526011" y="62544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684503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842997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2001494" y="62544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08904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10489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1207491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365985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526011" y="6412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684503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842997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2001494" y="6412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08904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10489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1207491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365985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526011" y="657148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684503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842997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2001494" y="657148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9E7F050-AEA0-49AF-A6EA-BCBA0EB24374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84" name="bg object 82">
              <a:extLst>
                <a:ext uri="{FF2B5EF4-FFF2-40B4-BE49-F238E27FC236}">
                  <a16:creationId xmlns:a16="http://schemas.microsoft.com/office/drawing/2014/main" id="{06CCFD8B-18B2-4059-BCE0-A6B11B98CA26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bg object 83">
              <a:extLst>
                <a:ext uri="{FF2B5EF4-FFF2-40B4-BE49-F238E27FC236}">
                  <a16:creationId xmlns:a16="http://schemas.microsoft.com/office/drawing/2014/main" id="{8F5DB6DA-2D93-4CF6-A714-50531DB4CB9D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bg object 81">
            <a:extLst>
              <a:ext uri="{FF2B5EF4-FFF2-40B4-BE49-F238E27FC236}">
                <a16:creationId xmlns:a16="http://schemas.microsoft.com/office/drawing/2014/main" id="{F19FEC06-3CF2-4703-998C-397433B65F56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7" name="Holder 2">
            <a:extLst>
              <a:ext uri="{FF2B5EF4-FFF2-40B4-BE49-F238E27FC236}">
                <a16:creationId xmlns:a16="http://schemas.microsoft.com/office/drawing/2014/main" id="{D32691D8-FF6C-4BAC-9CAE-D488D857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8" name="Holder 3">
            <a:extLst>
              <a:ext uri="{FF2B5EF4-FFF2-40B4-BE49-F238E27FC236}">
                <a16:creationId xmlns:a16="http://schemas.microsoft.com/office/drawing/2014/main" id="{FA68F59F-9BD1-48BC-8A3D-27CEE844A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9280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ent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ADC26BE-F380-469F-AFB8-8E098F36DABB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7" name="bg object 17"/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bg object 18"/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bg object 19"/>
          <p:cNvSpPr/>
          <p:nvPr/>
        </p:nvSpPr>
        <p:spPr>
          <a:xfrm>
            <a:off x="108904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489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207491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65985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1526011" y="158495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1684503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842997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001494" y="158495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08904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489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1207491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1365985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1526011" y="3169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5">
                <a:moveTo>
                  <a:pt x="15138" y="0"/>
                </a:moveTo>
                <a:lnTo>
                  <a:pt x="9245" y="1244"/>
                </a:lnTo>
                <a:lnTo>
                  <a:pt x="4432" y="4660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60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684503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1842997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2001494" y="3169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5">
                <a:moveTo>
                  <a:pt x="15900" y="0"/>
                </a:move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08904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10489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207491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1365985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526011" y="475487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684503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1842997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2001494" y="475487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08904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10489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1207491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1365985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1526011" y="635508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1684503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1842997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2001494" y="635508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8904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10489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1207491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1365985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1526011" y="794004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1684503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1842997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2001494" y="794004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08904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489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07491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365985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1526011" y="952500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1684503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1842997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2001494" y="952500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08904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10489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1207491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1365985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11526011" y="1110996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11684503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1842997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2001494" y="1110996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08904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10489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1207491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1365985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1526011" y="1269491"/>
            <a:ext cx="30480" cy="32384"/>
          </a:xfrm>
          <a:custGeom>
            <a:avLst/>
            <a:gdLst/>
            <a:ahLst/>
            <a:cxnLst/>
            <a:rect l="l" t="t" r="r" b="b"/>
            <a:pathLst>
              <a:path w="30479" h="32384">
                <a:moveTo>
                  <a:pt x="15138" y="0"/>
                </a:moveTo>
                <a:lnTo>
                  <a:pt x="9245" y="1244"/>
                </a:lnTo>
                <a:lnTo>
                  <a:pt x="4432" y="4648"/>
                </a:lnTo>
                <a:lnTo>
                  <a:pt x="1193" y="9702"/>
                </a:lnTo>
                <a:lnTo>
                  <a:pt x="0" y="15900"/>
                </a:lnTo>
                <a:lnTo>
                  <a:pt x="1193" y="22085"/>
                </a:lnTo>
                <a:lnTo>
                  <a:pt x="4432" y="27139"/>
                </a:lnTo>
                <a:lnTo>
                  <a:pt x="9245" y="30543"/>
                </a:lnTo>
                <a:lnTo>
                  <a:pt x="15138" y="31788"/>
                </a:lnTo>
                <a:lnTo>
                  <a:pt x="21031" y="30543"/>
                </a:lnTo>
                <a:lnTo>
                  <a:pt x="25844" y="27139"/>
                </a:lnTo>
                <a:lnTo>
                  <a:pt x="29083" y="22085"/>
                </a:lnTo>
                <a:lnTo>
                  <a:pt x="30276" y="15900"/>
                </a:lnTo>
                <a:lnTo>
                  <a:pt x="29083" y="9702"/>
                </a:lnTo>
                <a:lnTo>
                  <a:pt x="25844" y="4648"/>
                </a:lnTo>
                <a:lnTo>
                  <a:pt x="21031" y="1244"/>
                </a:lnTo>
                <a:lnTo>
                  <a:pt x="15138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1684503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1842997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2001494" y="1269491"/>
            <a:ext cx="32384" cy="32384"/>
          </a:xfrm>
          <a:custGeom>
            <a:avLst/>
            <a:gdLst/>
            <a:ahLst/>
            <a:cxnLst/>
            <a:rect l="l" t="t" r="r" b="b"/>
            <a:pathLst>
              <a:path w="32384" h="32384">
                <a:moveTo>
                  <a:pt x="15900" y="0"/>
                </a:moveTo>
                <a:lnTo>
                  <a:pt x="9715" y="1244"/>
                </a:lnTo>
                <a:lnTo>
                  <a:pt x="4660" y="4648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lnTo>
                  <a:pt x="30543" y="9702"/>
                </a:lnTo>
                <a:lnTo>
                  <a:pt x="27139" y="4648"/>
                </a:lnTo>
                <a:lnTo>
                  <a:pt x="22085" y="1244"/>
                </a:lnTo>
                <a:lnTo>
                  <a:pt x="159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Holder 2">
            <a:extLst>
              <a:ext uri="{FF2B5EF4-FFF2-40B4-BE49-F238E27FC236}">
                <a16:creationId xmlns:a16="http://schemas.microsoft.com/office/drawing/2014/main" id="{D1556ED7-7570-423C-940B-8E56DE2B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4" name="Holder 3">
            <a:extLst>
              <a:ext uri="{FF2B5EF4-FFF2-40B4-BE49-F238E27FC236}">
                <a16:creationId xmlns:a16="http://schemas.microsoft.com/office/drawing/2014/main" id="{91603070-CEA7-49FD-B0EB-9AC93A2F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11356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2192000" cy="695775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6857746"/>
                </a:moveTo>
                <a:lnTo>
                  <a:pt x="0" y="6857746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857746"/>
                </a:lnTo>
                <a:close/>
              </a:path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761988"/>
                </a:lnTo>
                <a:lnTo>
                  <a:pt x="12192000" y="6761988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890491" y="158495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31800" y="1126896"/>
                </a:moveTo>
                <a:lnTo>
                  <a:pt x="30543" y="1120698"/>
                </a:lnTo>
                <a:lnTo>
                  <a:pt x="27139" y="1115644"/>
                </a:lnTo>
                <a:lnTo>
                  <a:pt x="22085" y="1112240"/>
                </a:lnTo>
                <a:lnTo>
                  <a:pt x="15900" y="1110996"/>
                </a:lnTo>
                <a:lnTo>
                  <a:pt x="9715" y="1112240"/>
                </a:lnTo>
                <a:lnTo>
                  <a:pt x="4660" y="1115644"/>
                </a:lnTo>
                <a:lnTo>
                  <a:pt x="1257" y="1120698"/>
                </a:lnTo>
                <a:lnTo>
                  <a:pt x="0" y="1126896"/>
                </a:lnTo>
                <a:lnTo>
                  <a:pt x="1257" y="1133081"/>
                </a:lnTo>
                <a:lnTo>
                  <a:pt x="4660" y="1138135"/>
                </a:lnTo>
                <a:lnTo>
                  <a:pt x="9715" y="1141539"/>
                </a:lnTo>
                <a:lnTo>
                  <a:pt x="15900" y="1142784"/>
                </a:lnTo>
                <a:lnTo>
                  <a:pt x="22085" y="1141539"/>
                </a:lnTo>
                <a:lnTo>
                  <a:pt x="27139" y="1138135"/>
                </a:lnTo>
                <a:lnTo>
                  <a:pt x="30543" y="1133081"/>
                </a:lnTo>
                <a:lnTo>
                  <a:pt x="31800" y="1126896"/>
                </a:lnTo>
                <a:close/>
              </a:path>
              <a:path w="1143000" h="1143000">
                <a:moveTo>
                  <a:pt x="31800" y="968400"/>
                </a:moveTo>
                <a:lnTo>
                  <a:pt x="30543" y="962202"/>
                </a:lnTo>
                <a:lnTo>
                  <a:pt x="27139" y="957148"/>
                </a:lnTo>
                <a:lnTo>
                  <a:pt x="22085" y="953744"/>
                </a:lnTo>
                <a:lnTo>
                  <a:pt x="15900" y="952500"/>
                </a:lnTo>
                <a:lnTo>
                  <a:pt x="9715" y="953744"/>
                </a:lnTo>
                <a:lnTo>
                  <a:pt x="4660" y="957148"/>
                </a:lnTo>
                <a:lnTo>
                  <a:pt x="1257" y="962202"/>
                </a:lnTo>
                <a:lnTo>
                  <a:pt x="0" y="968400"/>
                </a:lnTo>
                <a:lnTo>
                  <a:pt x="1257" y="974585"/>
                </a:lnTo>
                <a:lnTo>
                  <a:pt x="4660" y="979639"/>
                </a:lnTo>
                <a:lnTo>
                  <a:pt x="9715" y="983043"/>
                </a:lnTo>
                <a:lnTo>
                  <a:pt x="15900" y="984288"/>
                </a:lnTo>
                <a:lnTo>
                  <a:pt x="22085" y="983043"/>
                </a:lnTo>
                <a:lnTo>
                  <a:pt x="27139" y="979639"/>
                </a:lnTo>
                <a:lnTo>
                  <a:pt x="30543" y="974585"/>
                </a:lnTo>
                <a:lnTo>
                  <a:pt x="31800" y="968400"/>
                </a:lnTo>
                <a:close/>
              </a:path>
              <a:path w="1143000" h="1143000">
                <a:moveTo>
                  <a:pt x="31800" y="809904"/>
                </a:moveTo>
                <a:lnTo>
                  <a:pt x="30543" y="803706"/>
                </a:lnTo>
                <a:lnTo>
                  <a:pt x="27139" y="798652"/>
                </a:lnTo>
                <a:lnTo>
                  <a:pt x="22085" y="795248"/>
                </a:lnTo>
                <a:lnTo>
                  <a:pt x="15900" y="794004"/>
                </a:lnTo>
                <a:lnTo>
                  <a:pt x="9715" y="795248"/>
                </a:lnTo>
                <a:lnTo>
                  <a:pt x="4660" y="798652"/>
                </a:lnTo>
                <a:lnTo>
                  <a:pt x="1257" y="803706"/>
                </a:lnTo>
                <a:lnTo>
                  <a:pt x="0" y="809904"/>
                </a:lnTo>
                <a:lnTo>
                  <a:pt x="1257" y="816089"/>
                </a:lnTo>
                <a:lnTo>
                  <a:pt x="4660" y="821143"/>
                </a:lnTo>
                <a:lnTo>
                  <a:pt x="9715" y="824547"/>
                </a:lnTo>
                <a:lnTo>
                  <a:pt x="15900" y="825792"/>
                </a:lnTo>
                <a:lnTo>
                  <a:pt x="22085" y="824547"/>
                </a:lnTo>
                <a:lnTo>
                  <a:pt x="27139" y="821143"/>
                </a:lnTo>
                <a:lnTo>
                  <a:pt x="30543" y="816089"/>
                </a:lnTo>
                <a:lnTo>
                  <a:pt x="31800" y="809904"/>
                </a:lnTo>
                <a:close/>
              </a:path>
              <a:path w="1143000" h="1143000">
                <a:moveTo>
                  <a:pt x="31800" y="651408"/>
                </a:moveTo>
                <a:lnTo>
                  <a:pt x="30543" y="645210"/>
                </a:lnTo>
                <a:lnTo>
                  <a:pt x="27139" y="640156"/>
                </a:lnTo>
                <a:lnTo>
                  <a:pt x="22085" y="636752"/>
                </a:lnTo>
                <a:lnTo>
                  <a:pt x="15900" y="635508"/>
                </a:lnTo>
                <a:lnTo>
                  <a:pt x="9715" y="636752"/>
                </a:lnTo>
                <a:lnTo>
                  <a:pt x="4660" y="640156"/>
                </a:lnTo>
                <a:lnTo>
                  <a:pt x="1257" y="645210"/>
                </a:lnTo>
                <a:lnTo>
                  <a:pt x="0" y="651408"/>
                </a:lnTo>
                <a:lnTo>
                  <a:pt x="1257" y="657593"/>
                </a:lnTo>
                <a:lnTo>
                  <a:pt x="4660" y="662647"/>
                </a:lnTo>
                <a:lnTo>
                  <a:pt x="9715" y="666051"/>
                </a:lnTo>
                <a:lnTo>
                  <a:pt x="15900" y="667296"/>
                </a:lnTo>
                <a:lnTo>
                  <a:pt x="22085" y="666051"/>
                </a:lnTo>
                <a:lnTo>
                  <a:pt x="27139" y="662647"/>
                </a:lnTo>
                <a:lnTo>
                  <a:pt x="30543" y="657593"/>
                </a:lnTo>
                <a:lnTo>
                  <a:pt x="31800" y="651408"/>
                </a:lnTo>
                <a:close/>
              </a:path>
              <a:path w="1143000" h="1143000">
                <a:moveTo>
                  <a:pt x="31800" y="492912"/>
                </a:moveTo>
                <a:lnTo>
                  <a:pt x="30543" y="486714"/>
                </a:lnTo>
                <a:lnTo>
                  <a:pt x="27139" y="481660"/>
                </a:lnTo>
                <a:lnTo>
                  <a:pt x="22085" y="478256"/>
                </a:lnTo>
                <a:lnTo>
                  <a:pt x="15900" y="477012"/>
                </a:lnTo>
                <a:lnTo>
                  <a:pt x="9715" y="478256"/>
                </a:lnTo>
                <a:lnTo>
                  <a:pt x="4660" y="481660"/>
                </a:lnTo>
                <a:lnTo>
                  <a:pt x="1257" y="486714"/>
                </a:lnTo>
                <a:lnTo>
                  <a:pt x="0" y="492912"/>
                </a:lnTo>
                <a:lnTo>
                  <a:pt x="1257" y="499097"/>
                </a:lnTo>
                <a:lnTo>
                  <a:pt x="4660" y="504151"/>
                </a:lnTo>
                <a:lnTo>
                  <a:pt x="9715" y="507555"/>
                </a:lnTo>
                <a:lnTo>
                  <a:pt x="15900" y="508800"/>
                </a:lnTo>
                <a:lnTo>
                  <a:pt x="22085" y="507555"/>
                </a:lnTo>
                <a:lnTo>
                  <a:pt x="27139" y="504151"/>
                </a:lnTo>
                <a:lnTo>
                  <a:pt x="30543" y="499097"/>
                </a:lnTo>
                <a:lnTo>
                  <a:pt x="31800" y="492912"/>
                </a:lnTo>
                <a:close/>
              </a:path>
              <a:path w="1143000" h="1143000">
                <a:moveTo>
                  <a:pt x="31800" y="332892"/>
                </a:moveTo>
                <a:lnTo>
                  <a:pt x="30543" y="326694"/>
                </a:lnTo>
                <a:lnTo>
                  <a:pt x="27139" y="321640"/>
                </a:lnTo>
                <a:lnTo>
                  <a:pt x="22085" y="318236"/>
                </a:lnTo>
                <a:lnTo>
                  <a:pt x="15900" y="316992"/>
                </a:lnTo>
                <a:lnTo>
                  <a:pt x="9715" y="318236"/>
                </a:lnTo>
                <a:lnTo>
                  <a:pt x="4660" y="321640"/>
                </a:lnTo>
                <a:lnTo>
                  <a:pt x="1257" y="326694"/>
                </a:lnTo>
                <a:lnTo>
                  <a:pt x="0" y="332892"/>
                </a:lnTo>
                <a:lnTo>
                  <a:pt x="1257" y="339077"/>
                </a:lnTo>
                <a:lnTo>
                  <a:pt x="4660" y="344131"/>
                </a:lnTo>
                <a:lnTo>
                  <a:pt x="9715" y="347535"/>
                </a:lnTo>
                <a:lnTo>
                  <a:pt x="15900" y="348780"/>
                </a:lnTo>
                <a:lnTo>
                  <a:pt x="22085" y="347535"/>
                </a:lnTo>
                <a:lnTo>
                  <a:pt x="27139" y="344131"/>
                </a:lnTo>
                <a:lnTo>
                  <a:pt x="30543" y="339077"/>
                </a:lnTo>
                <a:lnTo>
                  <a:pt x="31800" y="332892"/>
                </a:lnTo>
                <a:close/>
              </a:path>
              <a:path w="1143000" h="1143000">
                <a:moveTo>
                  <a:pt x="31800" y="174409"/>
                </a:moveTo>
                <a:lnTo>
                  <a:pt x="30543" y="168211"/>
                </a:lnTo>
                <a:lnTo>
                  <a:pt x="27139" y="163169"/>
                </a:lnTo>
                <a:lnTo>
                  <a:pt x="22085" y="159753"/>
                </a:lnTo>
                <a:lnTo>
                  <a:pt x="15900" y="158508"/>
                </a:lnTo>
                <a:lnTo>
                  <a:pt x="9715" y="159753"/>
                </a:lnTo>
                <a:lnTo>
                  <a:pt x="4660" y="163169"/>
                </a:lnTo>
                <a:lnTo>
                  <a:pt x="1257" y="168211"/>
                </a:lnTo>
                <a:lnTo>
                  <a:pt x="0" y="174409"/>
                </a:lnTo>
                <a:lnTo>
                  <a:pt x="1257" y="180594"/>
                </a:lnTo>
                <a:lnTo>
                  <a:pt x="4660" y="185648"/>
                </a:lnTo>
                <a:lnTo>
                  <a:pt x="9715" y="189052"/>
                </a:lnTo>
                <a:lnTo>
                  <a:pt x="15900" y="190296"/>
                </a:lnTo>
                <a:lnTo>
                  <a:pt x="22085" y="189052"/>
                </a:lnTo>
                <a:lnTo>
                  <a:pt x="27139" y="185648"/>
                </a:lnTo>
                <a:lnTo>
                  <a:pt x="30543" y="180594"/>
                </a:lnTo>
                <a:lnTo>
                  <a:pt x="31800" y="174409"/>
                </a:lnTo>
                <a:close/>
              </a:path>
              <a:path w="1143000" h="1143000">
                <a:moveTo>
                  <a:pt x="31800" y="15900"/>
                </a:moveTo>
                <a:lnTo>
                  <a:pt x="30543" y="9702"/>
                </a:lnTo>
                <a:lnTo>
                  <a:pt x="27139" y="4660"/>
                </a:lnTo>
                <a:lnTo>
                  <a:pt x="22085" y="1244"/>
                </a:lnTo>
                <a:lnTo>
                  <a:pt x="15900" y="0"/>
                </a:lnTo>
                <a:lnTo>
                  <a:pt x="9715" y="1244"/>
                </a:lnTo>
                <a:lnTo>
                  <a:pt x="4660" y="4660"/>
                </a:lnTo>
                <a:lnTo>
                  <a:pt x="1257" y="9702"/>
                </a:lnTo>
                <a:lnTo>
                  <a:pt x="0" y="15900"/>
                </a:lnTo>
                <a:lnTo>
                  <a:pt x="1257" y="22085"/>
                </a:lnTo>
                <a:lnTo>
                  <a:pt x="4660" y="27139"/>
                </a:lnTo>
                <a:lnTo>
                  <a:pt x="9715" y="30543"/>
                </a:lnTo>
                <a:lnTo>
                  <a:pt x="15900" y="31788"/>
                </a:lnTo>
                <a:lnTo>
                  <a:pt x="22085" y="30543"/>
                </a:lnTo>
                <a:lnTo>
                  <a:pt x="27139" y="27139"/>
                </a:lnTo>
                <a:lnTo>
                  <a:pt x="30543" y="22085"/>
                </a:lnTo>
                <a:lnTo>
                  <a:pt x="31800" y="15900"/>
                </a:lnTo>
                <a:close/>
              </a:path>
              <a:path w="1143000" h="1143000">
                <a:moveTo>
                  <a:pt x="190296" y="1126896"/>
                </a:moveTo>
                <a:lnTo>
                  <a:pt x="189039" y="1120698"/>
                </a:lnTo>
                <a:lnTo>
                  <a:pt x="185635" y="1115644"/>
                </a:lnTo>
                <a:lnTo>
                  <a:pt x="180581" y="1112240"/>
                </a:lnTo>
                <a:lnTo>
                  <a:pt x="174396" y="1110996"/>
                </a:lnTo>
                <a:lnTo>
                  <a:pt x="168211" y="1112240"/>
                </a:lnTo>
                <a:lnTo>
                  <a:pt x="163156" y="1115644"/>
                </a:lnTo>
                <a:lnTo>
                  <a:pt x="159753" y="1120698"/>
                </a:lnTo>
                <a:lnTo>
                  <a:pt x="158496" y="1126896"/>
                </a:lnTo>
                <a:lnTo>
                  <a:pt x="159753" y="1133081"/>
                </a:lnTo>
                <a:lnTo>
                  <a:pt x="163156" y="1138135"/>
                </a:lnTo>
                <a:lnTo>
                  <a:pt x="168211" y="1141539"/>
                </a:lnTo>
                <a:lnTo>
                  <a:pt x="174396" y="1142784"/>
                </a:lnTo>
                <a:lnTo>
                  <a:pt x="180581" y="1141539"/>
                </a:lnTo>
                <a:lnTo>
                  <a:pt x="185635" y="1138135"/>
                </a:lnTo>
                <a:lnTo>
                  <a:pt x="189039" y="1133081"/>
                </a:lnTo>
                <a:lnTo>
                  <a:pt x="190296" y="1126896"/>
                </a:lnTo>
                <a:close/>
              </a:path>
              <a:path w="1143000" h="1143000">
                <a:moveTo>
                  <a:pt x="190296" y="968400"/>
                </a:moveTo>
                <a:lnTo>
                  <a:pt x="189039" y="962202"/>
                </a:lnTo>
                <a:lnTo>
                  <a:pt x="185635" y="957148"/>
                </a:lnTo>
                <a:lnTo>
                  <a:pt x="180581" y="953744"/>
                </a:lnTo>
                <a:lnTo>
                  <a:pt x="174396" y="952500"/>
                </a:lnTo>
                <a:lnTo>
                  <a:pt x="168211" y="953744"/>
                </a:lnTo>
                <a:lnTo>
                  <a:pt x="163156" y="957148"/>
                </a:lnTo>
                <a:lnTo>
                  <a:pt x="159753" y="962202"/>
                </a:lnTo>
                <a:lnTo>
                  <a:pt x="158496" y="968400"/>
                </a:lnTo>
                <a:lnTo>
                  <a:pt x="159753" y="974585"/>
                </a:lnTo>
                <a:lnTo>
                  <a:pt x="163156" y="979639"/>
                </a:lnTo>
                <a:lnTo>
                  <a:pt x="168211" y="983043"/>
                </a:lnTo>
                <a:lnTo>
                  <a:pt x="174396" y="984288"/>
                </a:lnTo>
                <a:lnTo>
                  <a:pt x="180581" y="983043"/>
                </a:lnTo>
                <a:lnTo>
                  <a:pt x="185635" y="979639"/>
                </a:lnTo>
                <a:lnTo>
                  <a:pt x="189039" y="974585"/>
                </a:lnTo>
                <a:lnTo>
                  <a:pt x="190296" y="968400"/>
                </a:lnTo>
                <a:close/>
              </a:path>
              <a:path w="1143000" h="1143000">
                <a:moveTo>
                  <a:pt x="190296" y="809904"/>
                </a:moveTo>
                <a:lnTo>
                  <a:pt x="189039" y="803706"/>
                </a:lnTo>
                <a:lnTo>
                  <a:pt x="185635" y="798652"/>
                </a:lnTo>
                <a:lnTo>
                  <a:pt x="180581" y="795248"/>
                </a:lnTo>
                <a:lnTo>
                  <a:pt x="174396" y="794004"/>
                </a:lnTo>
                <a:lnTo>
                  <a:pt x="168211" y="795248"/>
                </a:lnTo>
                <a:lnTo>
                  <a:pt x="163156" y="798652"/>
                </a:lnTo>
                <a:lnTo>
                  <a:pt x="159753" y="803706"/>
                </a:lnTo>
                <a:lnTo>
                  <a:pt x="158496" y="809904"/>
                </a:lnTo>
                <a:lnTo>
                  <a:pt x="159753" y="816089"/>
                </a:lnTo>
                <a:lnTo>
                  <a:pt x="163156" y="821143"/>
                </a:lnTo>
                <a:lnTo>
                  <a:pt x="168211" y="824547"/>
                </a:lnTo>
                <a:lnTo>
                  <a:pt x="174396" y="825792"/>
                </a:lnTo>
                <a:lnTo>
                  <a:pt x="180581" y="824547"/>
                </a:lnTo>
                <a:lnTo>
                  <a:pt x="185635" y="821143"/>
                </a:lnTo>
                <a:lnTo>
                  <a:pt x="189039" y="816089"/>
                </a:lnTo>
                <a:lnTo>
                  <a:pt x="190296" y="809904"/>
                </a:lnTo>
                <a:close/>
              </a:path>
              <a:path w="1143000" h="1143000">
                <a:moveTo>
                  <a:pt x="190296" y="651408"/>
                </a:moveTo>
                <a:lnTo>
                  <a:pt x="189039" y="645210"/>
                </a:lnTo>
                <a:lnTo>
                  <a:pt x="185635" y="640156"/>
                </a:lnTo>
                <a:lnTo>
                  <a:pt x="180581" y="636752"/>
                </a:lnTo>
                <a:lnTo>
                  <a:pt x="174396" y="635508"/>
                </a:lnTo>
                <a:lnTo>
                  <a:pt x="168211" y="636752"/>
                </a:lnTo>
                <a:lnTo>
                  <a:pt x="163156" y="640156"/>
                </a:lnTo>
                <a:lnTo>
                  <a:pt x="159753" y="645210"/>
                </a:lnTo>
                <a:lnTo>
                  <a:pt x="158496" y="651408"/>
                </a:lnTo>
                <a:lnTo>
                  <a:pt x="159753" y="657593"/>
                </a:lnTo>
                <a:lnTo>
                  <a:pt x="163156" y="662647"/>
                </a:lnTo>
                <a:lnTo>
                  <a:pt x="168211" y="666051"/>
                </a:lnTo>
                <a:lnTo>
                  <a:pt x="174396" y="667296"/>
                </a:lnTo>
                <a:lnTo>
                  <a:pt x="180581" y="666051"/>
                </a:lnTo>
                <a:lnTo>
                  <a:pt x="185635" y="662647"/>
                </a:lnTo>
                <a:lnTo>
                  <a:pt x="189039" y="657593"/>
                </a:lnTo>
                <a:lnTo>
                  <a:pt x="190296" y="651408"/>
                </a:lnTo>
                <a:close/>
              </a:path>
              <a:path w="1143000" h="1143000">
                <a:moveTo>
                  <a:pt x="190296" y="492912"/>
                </a:moveTo>
                <a:lnTo>
                  <a:pt x="189039" y="486714"/>
                </a:lnTo>
                <a:lnTo>
                  <a:pt x="185635" y="481660"/>
                </a:lnTo>
                <a:lnTo>
                  <a:pt x="180581" y="478256"/>
                </a:lnTo>
                <a:lnTo>
                  <a:pt x="174396" y="477012"/>
                </a:lnTo>
                <a:lnTo>
                  <a:pt x="168211" y="478256"/>
                </a:lnTo>
                <a:lnTo>
                  <a:pt x="163156" y="481660"/>
                </a:lnTo>
                <a:lnTo>
                  <a:pt x="159753" y="486714"/>
                </a:lnTo>
                <a:lnTo>
                  <a:pt x="158496" y="492912"/>
                </a:lnTo>
                <a:lnTo>
                  <a:pt x="159753" y="499097"/>
                </a:lnTo>
                <a:lnTo>
                  <a:pt x="163156" y="504151"/>
                </a:lnTo>
                <a:lnTo>
                  <a:pt x="168211" y="507555"/>
                </a:lnTo>
                <a:lnTo>
                  <a:pt x="174396" y="508800"/>
                </a:lnTo>
                <a:lnTo>
                  <a:pt x="180581" y="507555"/>
                </a:lnTo>
                <a:lnTo>
                  <a:pt x="185635" y="504151"/>
                </a:lnTo>
                <a:lnTo>
                  <a:pt x="189039" y="499097"/>
                </a:lnTo>
                <a:lnTo>
                  <a:pt x="190296" y="492912"/>
                </a:lnTo>
                <a:close/>
              </a:path>
              <a:path w="1143000" h="1143000">
                <a:moveTo>
                  <a:pt x="190296" y="332892"/>
                </a:moveTo>
                <a:lnTo>
                  <a:pt x="189039" y="326694"/>
                </a:lnTo>
                <a:lnTo>
                  <a:pt x="185635" y="321640"/>
                </a:lnTo>
                <a:lnTo>
                  <a:pt x="180581" y="318236"/>
                </a:lnTo>
                <a:lnTo>
                  <a:pt x="174396" y="316992"/>
                </a:lnTo>
                <a:lnTo>
                  <a:pt x="168211" y="318236"/>
                </a:lnTo>
                <a:lnTo>
                  <a:pt x="163156" y="321640"/>
                </a:lnTo>
                <a:lnTo>
                  <a:pt x="159753" y="326694"/>
                </a:lnTo>
                <a:lnTo>
                  <a:pt x="158496" y="332892"/>
                </a:lnTo>
                <a:lnTo>
                  <a:pt x="159753" y="339077"/>
                </a:lnTo>
                <a:lnTo>
                  <a:pt x="163156" y="344131"/>
                </a:lnTo>
                <a:lnTo>
                  <a:pt x="168211" y="347535"/>
                </a:lnTo>
                <a:lnTo>
                  <a:pt x="174396" y="348780"/>
                </a:lnTo>
                <a:lnTo>
                  <a:pt x="180581" y="347535"/>
                </a:lnTo>
                <a:lnTo>
                  <a:pt x="185635" y="344131"/>
                </a:lnTo>
                <a:lnTo>
                  <a:pt x="189039" y="339077"/>
                </a:lnTo>
                <a:lnTo>
                  <a:pt x="190296" y="332892"/>
                </a:lnTo>
                <a:close/>
              </a:path>
              <a:path w="1143000" h="1143000">
                <a:moveTo>
                  <a:pt x="190296" y="174409"/>
                </a:moveTo>
                <a:lnTo>
                  <a:pt x="189039" y="168211"/>
                </a:lnTo>
                <a:lnTo>
                  <a:pt x="185635" y="163169"/>
                </a:lnTo>
                <a:lnTo>
                  <a:pt x="180581" y="159753"/>
                </a:lnTo>
                <a:lnTo>
                  <a:pt x="174396" y="158508"/>
                </a:lnTo>
                <a:lnTo>
                  <a:pt x="168211" y="159753"/>
                </a:lnTo>
                <a:lnTo>
                  <a:pt x="163156" y="163169"/>
                </a:lnTo>
                <a:lnTo>
                  <a:pt x="159753" y="168211"/>
                </a:lnTo>
                <a:lnTo>
                  <a:pt x="158496" y="174409"/>
                </a:lnTo>
                <a:lnTo>
                  <a:pt x="159753" y="180594"/>
                </a:lnTo>
                <a:lnTo>
                  <a:pt x="163156" y="185648"/>
                </a:lnTo>
                <a:lnTo>
                  <a:pt x="168211" y="189052"/>
                </a:lnTo>
                <a:lnTo>
                  <a:pt x="174396" y="190296"/>
                </a:lnTo>
                <a:lnTo>
                  <a:pt x="180581" y="189052"/>
                </a:lnTo>
                <a:lnTo>
                  <a:pt x="185635" y="185648"/>
                </a:lnTo>
                <a:lnTo>
                  <a:pt x="189039" y="180594"/>
                </a:lnTo>
                <a:lnTo>
                  <a:pt x="190296" y="174409"/>
                </a:lnTo>
                <a:close/>
              </a:path>
              <a:path w="1143000" h="1143000">
                <a:moveTo>
                  <a:pt x="190296" y="15900"/>
                </a:moveTo>
                <a:lnTo>
                  <a:pt x="189039" y="9702"/>
                </a:lnTo>
                <a:lnTo>
                  <a:pt x="185635" y="4660"/>
                </a:lnTo>
                <a:lnTo>
                  <a:pt x="180581" y="1244"/>
                </a:lnTo>
                <a:lnTo>
                  <a:pt x="174396" y="0"/>
                </a:lnTo>
                <a:lnTo>
                  <a:pt x="168211" y="1244"/>
                </a:lnTo>
                <a:lnTo>
                  <a:pt x="163156" y="4660"/>
                </a:lnTo>
                <a:lnTo>
                  <a:pt x="159753" y="9702"/>
                </a:lnTo>
                <a:lnTo>
                  <a:pt x="158496" y="15900"/>
                </a:lnTo>
                <a:lnTo>
                  <a:pt x="159753" y="22085"/>
                </a:lnTo>
                <a:lnTo>
                  <a:pt x="163156" y="27139"/>
                </a:lnTo>
                <a:lnTo>
                  <a:pt x="168211" y="30543"/>
                </a:lnTo>
                <a:lnTo>
                  <a:pt x="174396" y="31788"/>
                </a:lnTo>
                <a:lnTo>
                  <a:pt x="180581" y="30543"/>
                </a:lnTo>
                <a:lnTo>
                  <a:pt x="185635" y="27139"/>
                </a:lnTo>
                <a:lnTo>
                  <a:pt x="189039" y="22085"/>
                </a:lnTo>
                <a:lnTo>
                  <a:pt x="190296" y="15900"/>
                </a:lnTo>
                <a:close/>
              </a:path>
              <a:path w="1143000" h="1143000">
                <a:moveTo>
                  <a:pt x="348792" y="1126896"/>
                </a:moveTo>
                <a:lnTo>
                  <a:pt x="347535" y="1120698"/>
                </a:lnTo>
                <a:lnTo>
                  <a:pt x="344131" y="1115644"/>
                </a:lnTo>
                <a:lnTo>
                  <a:pt x="339077" y="1112240"/>
                </a:lnTo>
                <a:lnTo>
                  <a:pt x="332892" y="1110996"/>
                </a:lnTo>
                <a:lnTo>
                  <a:pt x="326707" y="1112240"/>
                </a:lnTo>
                <a:lnTo>
                  <a:pt x="321652" y="1115644"/>
                </a:lnTo>
                <a:lnTo>
                  <a:pt x="318249" y="1120698"/>
                </a:lnTo>
                <a:lnTo>
                  <a:pt x="316992" y="1126896"/>
                </a:lnTo>
                <a:lnTo>
                  <a:pt x="318249" y="1133081"/>
                </a:lnTo>
                <a:lnTo>
                  <a:pt x="321652" y="1138135"/>
                </a:lnTo>
                <a:lnTo>
                  <a:pt x="326707" y="1141539"/>
                </a:lnTo>
                <a:lnTo>
                  <a:pt x="332892" y="1142784"/>
                </a:lnTo>
                <a:lnTo>
                  <a:pt x="339077" y="1141539"/>
                </a:lnTo>
                <a:lnTo>
                  <a:pt x="344131" y="1138135"/>
                </a:lnTo>
                <a:lnTo>
                  <a:pt x="347535" y="1133081"/>
                </a:lnTo>
                <a:lnTo>
                  <a:pt x="348792" y="1126896"/>
                </a:lnTo>
                <a:close/>
              </a:path>
              <a:path w="1143000" h="1143000">
                <a:moveTo>
                  <a:pt x="348792" y="968400"/>
                </a:moveTo>
                <a:lnTo>
                  <a:pt x="347535" y="962202"/>
                </a:lnTo>
                <a:lnTo>
                  <a:pt x="344131" y="957148"/>
                </a:lnTo>
                <a:lnTo>
                  <a:pt x="339077" y="953744"/>
                </a:lnTo>
                <a:lnTo>
                  <a:pt x="332892" y="952500"/>
                </a:lnTo>
                <a:lnTo>
                  <a:pt x="326707" y="953744"/>
                </a:lnTo>
                <a:lnTo>
                  <a:pt x="321652" y="957148"/>
                </a:lnTo>
                <a:lnTo>
                  <a:pt x="318249" y="962202"/>
                </a:lnTo>
                <a:lnTo>
                  <a:pt x="316992" y="968400"/>
                </a:lnTo>
                <a:lnTo>
                  <a:pt x="318249" y="974585"/>
                </a:lnTo>
                <a:lnTo>
                  <a:pt x="321652" y="979639"/>
                </a:lnTo>
                <a:lnTo>
                  <a:pt x="326707" y="983043"/>
                </a:lnTo>
                <a:lnTo>
                  <a:pt x="332892" y="984288"/>
                </a:lnTo>
                <a:lnTo>
                  <a:pt x="339077" y="983043"/>
                </a:lnTo>
                <a:lnTo>
                  <a:pt x="344131" y="979639"/>
                </a:lnTo>
                <a:lnTo>
                  <a:pt x="347535" y="974585"/>
                </a:lnTo>
                <a:lnTo>
                  <a:pt x="348792" y="968400"/>
                </a:lnTo>
                <a:close/>
              </a:path>
              <a:path w="1143000" h="1143000">
                <a:moveTo>
                  <a:pt x="348792" y="809904"/>
                </a:moveTo>
                <a:lnTo>
                  <a:pt x="347535" y="803706"/>
                </a:lnTo>
                <a:lnTo>
                  <a:pt x="344131" y="798652"/>
                </a:lnTo>
                <a:lnTo>
                  <a:pt x="339077" y="795248"/>
                </a:lnTo>
                <a:lnTo>
                  <a:pt x="332892" y="794004"/>
                </a:lnTo>
                <a:lnTo>
                  <a:pt x="326707" y="795248"/>
                </a:lnTo>
                <a:lnTo>
                  <a:pt x="321652" y="798652"/>
                </a:lnTo>
                <a:lnTo>
                  <a:pt x="318249" y="803706"/>
                </a:lnTo>
                <a:lnTo>
                  <a:pt x="316992" y="809904"/>
                </a:lnTo>
                <a:lnTo>
                  <a:pt x="318249" y="816089"/>
                </a:lnTo>
                <a:lnTo>
                  <a:pt x="321652" y="821143"/>
                </a:lnTo>
                <a:lnTo>
                  <a:pt x="326707" y="824547"/>
                </a:lnTo>
                <a:lnTo>
                  <a:pt x="332892" y="825792"/>
                </a:lnTo>
                <a:lnTo>
                  <a:pt x="339077" y="824547"/>
                </a:lnTo>
                <a:lnTo>
                  <a:pt x="344131" y="821143"/>
                </a:lnTo>
                <a:lnTo>
                  <a:pt x="347535" y="816089"/>
                </a:lnTo>
                <a:lnTo>
                  <a:pt x="348792" y="809904"/>
                </a:lnTo>
                <a:close/>
              </a:path>
              <a:path w="1143000" h="1143000">
                <a:moveTo>
                  <a:pt x="348792" y="651408"/>
                </a:moveTo>
                <a:lnTo>
                  <a:pt x="347535" y="645210"/>
                </a:lnTo>
                <a:lnTo>
                  <a:pt x="344131" y="640156"/>
                </a:lnTo>
                <a:lnTo>
                  <a:pt x="339077" y="636752"/>
                </a:lnTo>
                <a:lnTo>
                  <a:pt x="332892" y="635508"/>
                </a:lnTo>
                <a:lnTo>
                  <a:pt x="326707" y="636752"/>
                </a:lnTo>
                <a:lnTo>
                  <a:pt x="321652" y="640156"/>
                </a:lnTo>
                <a:lnTo>
                  <a:pt x="318249" y="645210"/>
                </a:lnTo>
                <a:lnTo>
                  <a:pt x="316992" y="651408"/>
                </a:lnTo>
                <a:lnTo>
                  <a:pt x="318249" y="657593"/>
                </a:lnTo>
                <a:lnTo>
                  <a:pt x="321652" y="662647"/>
                </a:lnTo>
                <a:lnTo>
                  <a:pt x="326707" y="666051"/>
                </a:lnTo>
                <a:lnTo>
                  <a:pt x="332892" y="667296"/>
                </a:lnTo>
                <a:lnTo>
                  <a:pt x="339077" y="666051"/>
                </a:lnTo>
                <a:lnTo>
                  <a:pt x="344131" y="662647"/>
                </a:lnTo>
                <a:lnTo>
                  <a:pt x="347535" y="657593"/>
                </a:lnTo>
                <a:lnTo>
                  <a:pt x="348792" y="651408"/>
                </a:lnTo>
                <a:close/>
              </a:path>
              <a:path w="1143000" h="1143000">
                <a:moveTo>
                  <a:pt x="348792" y="492912"/>
                </a:moveTo>
                <a:lnTo>
                  <a:pt x="347535" y="486714"/>
                </a:lnTo>
                <a:lnTo>
                  <a:pt x="344131" y="481660"/>
                </a:lnTo>
                <a:lnTo>
                  <a:pt x="339077" y="478256"/>
                </a:lnTo>
                <a:lnTo>
                  <a:pt x="332892" y="477012"/>
                </a:lnTo>
                <a:lnTo>
                  <a:pt x="326707" y="478256"/>
                </a:lnTo>
                <a:lnTo>
                  <a:pt x="321652" y="481660"/>
                </a:lnTo>
                <a:lnTo>
                  <a:pt x="318249" y="486714"/>
                </a:lnTo>
                <a:lnTo>
                  <a:pt x="316992" y="492912"/>
                </a:lnTo>
                <a:lnTo>
                  <a:pt x="318249" y="499097"/>
                </a:lnTo>
                <a:lnTo>
                  <a:pt x="321652" y="504151"/>
                </a:lnTo>
                <a:lnTo>
                  <a:pt x="326707" y="507555"/>
                </a:lnTo>
                <a:lnTo>
                  <a:pt x="332892" y="508800"/>
                </a:lnTo>
                <a:lnTo>
                  <a:pt x="339077" y="507555"/>
                </a:lnTo>
                <a:lnTo>
                  <a:pt x="344131" y="504151"/>
                </a:lnTo>
                <a:lnTo>
                  <a:pt x="347535" y="499097"/>
                </a:lnTo>
                <a:lnTo>
                  <a:pt x="348792" y="492912"/>
                </a:lnTo>
                <a:close/>
              </a:path>
              <a:path w="1143000" h="1143000">
                <a:moveTo>
                  <a:pt x="348792" y="332892"/>
                </a:moveTo>
                <a:lnTo>
                  <a:pt x="347535" y="326694"/>
                </a:lnTo>
                <a:lnTo>
                  <a:pt x="344131" y="321640"/>
                </a:lnTo>
                <a:lnTo>
                  <a:pt x="339077" y="318236"/>
                </a:lnTo>
                <a:lnTo>
                  <a:pt x="332892" y="316992"/>
                </a:lnTo>
                <a:lnTo>
                  <a:pt x="326707" y="318236"/>
                </a:lnTo>
                <a:lnTo>
                  <a:pt x="321652" y="321640"/>
                </a:lnTo>
                <a:lnTo>
                  <a:pt x="318249" y="326694"/>
                </a:lnTo>
                <a:lnTo>
                  <a:pt x="316992" y="332892"/>
                </a:lnTo>
                <a:lnTo>
                  <a:pt x="318249" y="339077"/>
                </a:lnTo>
                <a:lnTo>
                  <a:pt x="321652" y="344131"/>
                </a:lnTo>
                <a:lnTo>
                  <a:pt x="326707" y="347535"/>
                </a:lnTo>
                <a:lnTo>
                  <a:pt x="332892" y="348780"/>
                </a:lnTo>
                <a:lnTo>
                  <a:pt x="339077" y="347535"/>
                </a:lnTo>
                <a:lnTo>
                  <a:pt x="344131" y="344131"/>
                </a:lnTo>
                <a:lnTo>
                  <a:pt x="347535" y="339077"/>
                </a:lnTo>
                <a:lnTo>
                  <a:pt x="348792" y="332892"/>
                </a:lnTo>
                <a:close/>
              </a:path>
              <a:path w="1143000" h="1143000">
                <a:moveTo>
                  <a:pt x="348792" y="174409"/>
                </a:moveTo>
                <a:lnTo>
                  <a:pt x="347535" y="168211"/>
                </a:lnTo>
                <a:lnTo>
                  <a:pt x="344131" y="163169"/>
                </a:lnTo>
                <a:lnTo>
                  <a:pt x="339077" y="159753"/>
                </a:lnTo>
                <a:lnTo>
                  <a:pt x="332892" y="158508"/>
                </a:lnTo>
                <a:lnTo>
                  <a:pt x="326707" y="159753"/>
                </a:lnTo>
                <a:lnTo>
                  <a:pt x="321652" y="163169"/>
                </a:lnTo>
                <a:lnTo>
                  <a:pt x="318249" y="168211"/>
                </a:lnTo>
                <a:lnTo>
                  <a:pt x="316992" y="174409"/>
                </a:lnTo>
                <a:lnTo>
                  <a:pt x="318249" y="180594"/>
                </a:lnTo>
                <a:lnTo>
                  <a:pt x="321652" y="185648"/>
                </a:lnTo>
                <a:lnTo>
                  <a:pt x="326707" y="189052"/>
                </a:lnTo>
                <a:lnTo>
                  <a:pt x="332892" y="190296"/>
                </a:lnTo>
                <a:lnTo>
                  <a:pt x="339077" y="189052"/>
                </a:lnTo>
                <a:lnTo>
                  <a:pt x="344131" y="185648"/>
                </a:lnTo>
                <a:lnTo>
                  <a:pt x="347535" y="180594"/>
                </a:lnTo>
                <a:lnTo>
                  <a:pt x="348792" y="174409"/>
                </a:lnTo>
                <a:close/>
              </a:path>
              <a:path w="1143000" h="1143000">
                <a:moveTo>
                  <a:pt x="348792" y="15900"/>
                </a:moveTo>
                <a:lnTo>
                  <a:pt x="347535" y="9702"/>
                </a:lnTo>
                <a:lnTo>
                  <a:pt x="344131" y="4660"/>
                </a:lnTo>
                <a:lnTo>
                  <a:pt x="339077" y="1244"/>
                </a:lnTo>
                <a:lnTo>
                  <a:pt x="332892" y="0"/>
                </a:lnTo>
                <a:lnTo>
                  <a:pt x="326707" y="1244"/>
                </a:lnTo>
                <a:lnTo>
                  <a:pt x="321652" y="4660"/>
                </a:lnTo>
                <a:lnTo>
                  <a:pt x="318249" y="9702"/>
                </a:lnTo>
                <a:lnTo>
                  <a:pt x="316992" y="15900"/>
                </a:lnTo>
                <a:lnTo>
                  <a:pt x="318249" y="22085"/>
                </a:lnTo>
                <a:lnTo>
                  <a:pt x="321652" y="27139"/>
                </a:lnTo>
                <a:lnTo>
                  <a:pt x="326707" y="30543"/>
                </a:lnTo>
                <a:lnTo>
                  <a:pt x="332892" y="31788"/>
                </a:lnTo>
                <a:lnTo>
                  <a:pt x="339077" y="30543"/>
                </a:lnTo>
                <a:lnTo>
                  <a:pt x="344131" y="27139"/>
                </a:lnTo>
                <a:lnTo>
                  <a:pt x="347535" y="22085"/>
                </a:lnTo>
                <a:lnTo>
                  <a:pt x="348792" y="15900"/>
                </a:lnTo>
                <a:close/>
              </a:path>
              <a:path w="1143000" h="1143000">
                <a:moveTo>
                  <a:pt x="507288" y="1126896"/>
                </a:moveTo>
                <a:lnTo>
                  <a:pt x="506031" y="1120698"/>
                </a:lnTo>
                <a:lnTo>
                  <a:pt x="502627" y="1115644"/>
                </a:lnTo>
                <a:lnTo>
                  <a:pt x="497573" y="1112240"/>
                </a:lnTo>
                <a:lnTo>
                  <a:pt x="491388" y="1110996"/>
                </a:lnTo>
                <a:lnTo>
                  <a:pt x="485203" y="1112240"/>
                </a:lnTo>
                <a:lnTo>
                  <a:pt x="480148" y="1115644"/>
                </a:lnTo>
                <a:lnTo>
                  <a:pt x="476745" y="1120698"/>
                </a:lnTo>
                <a:lnTo>
                  <a:pt x="475488" y="1126896"/>
                </a:lnTo>
                <a:lnTo>
                  <a:pt x="476745" y="1133081"/>
                </a:lnTo>
                <a:lnTo>
                  <a:pt x="480148" y="1138135"/>
                </a:lnTo>
                <a:lnTo>
                  <a:pt x="485203" y="1141539"/>
                </a:lnTo>
                <a:lnTo>
                  <a:pt x="491388" y="1142784"/>
                </a:lnTo>
                <a:lnTo>
                  <a:pt x="497573" y="1141539"/>
                </a:lnTo>
                <a:lnTo>
                  <a:pt x="502627" y="1138135"/>
                </a:lnTo>
                <a:lnTo>
                  <a:pt x="506031" y="1133081"/>
                </a:lnTo>
                <a:lnTo>
                  <a:pt x="507288" y="1126896"/>
                </a:lnTo>
                <a:close/>
              </a:path>
              <a:path w="1143000" h="1143000">
                <a:moveTo>
                  <a:pt x="507288" y="968400"/>
                </a:moveTo>
                <a:lnTo>
                  <a:pt x="506031" y="962202"/>
                </a:lnTo>
                <a:lnTo>
                  <a:pt x="502627" y="957148"/>
                </a:lnTo>
                <a:lnTo>
                  <a:pt x="497573" y="953744"/>
                </a:lnTo>
                <a:lnTo>
                  <a:pt x="491388" y="952500"/>
                </a:lnTo>
                <a:lnTo>
                  <a:pt x="485203" y="953744"/>
                </a:lnTo>
                <a:lnTo>
                  <a:pt x="480148" y="957148"/>
                </a:lnTo>
                <a:lnTo>
                  <a:pt x="476745" y="962202"/>
                </a:lnTo>
                <a:lnTo>
                  <a:pt x="475488" y="968400"/>
                </a:lnTo>
                <a:lnTo>
                  <a:pt x="476745" y="974585"/>
                </a:lnTo>
                <a:lnTo>
                  <a:pt x="480148" y="979639"/>
                </a:lnTo>
                <a:lnTo>
                  <a:pt x="485203" y="983043"/>
                </a:lnTo>
                <a:lnTo>
                  <a:pt x="491388" y="984288"/>
                </a:lnTo>
                <a:lnTo>
                  <a:pt x="497573" y="983043"/>
                </a:lnTo>
                <a:lnTo>
                  <a:pt x="502627" y="979639"/>
                </a:lnTo>
                <a:lnTo>
                  <a:pt x="506031" y="974585"/>
                </a:lnTo>
                <a:lnTo>
                  <a:pt x="507288" y="968400"/>
                </a:lnTo>
                <a:close/>
              </a:path>
              <a:path w="1143000" h="1143000">
                <a:moveTo>
                  <a:pt x="507288" y="809904"/>
                </a:moveTo>
                <a:lnTo>
                  <a:pt x="506031" y="803706"/>
                </a:lnTo>
                <a:lnTo>
                  <a:pt x="502627" y="798652"/>
                </a:lnTo>
                <a:lnTo>
                  <a:pt x="497573" y="795248"/>
                </a:lnTo>
                <a:lnTo>
                  <a:pt x="491388" y="794004"/>
                </a:lnTo>
                <a:lnTo>
                  <a:pt x="485203" y="795248"/>
                </a:lnTo>
                <a:lnTo>
                  <a:pt x="480148" y="798652"/>
                </a:lnTo>
                <a:lnTo>
                  <a:pt x="476745" y="803706"/>
                </a:lnTo>
                <a:lnTo>
                  <a:pt x="475488" y="809904"/>
                </a:lnTo>
                <a:lnTo>
                  <a:pt x="476745" y="816089"/>
                </a:lnTo>
                <a:lnTo>
                  <a:pt x="480148" y="821143"/>
                </a:lnTo>
                <a:lnTo>
                  <a:pt x="485203" y="824547"/>
                </a:lnTo>
                <a:lnTo>
                  <a:pt x="491388" y="825792"/>
                </a:lnTo>
                <a:lnTo>
                  <a:pt x="497573" y="824547"/>
                </a:lnTo>
                <a:lnTo>
                  <a:pt x="502627" y="821143"/>
                </a:lnTo>
                <a:lnTo>
                  <a:pt x="506031" y="816089"/>
                </a:lnTo>
                <a:lnTo>
                  <a:pt x="507288" y="809904"/>
                </a:lnTo>
                <a:close/>
              </a:path>
              <a:path w="1143000" h="1143000">
                <a:moveTo>
                  <a:pt x="507288" y="651408"/>
                </a:moveTo>
                <a:lnTo>
                  <a:pt x="506031" y="645210"/>
                </a:lnTo>
                <a:lnTo>
                  <a:pt x="502627" y="640156"/>
                </a:lnTo>
                <a:lnTo>
                  <a:pt x="497573" y="636752"/>
                </a:lnTo>
                <a:lnTo>
                  <a:pt x="491388" y="635508"/>
                </a:lnTo>
                <a:lnTo>
                  <a:pt x="485203" y="636752"/>
                </a:lnTo>
                <a:lnTo>
                  <a:pt x="480148" y="640156"/>
                </a:lnTo>
                <a:lnTo>
                  <a:pt x="476745" y="645210"/>
                </a:lnTo>
                <a:lnTo>
                  <a:pt x="475488" y="651408"/>
                </a:lnTo>
                <a:lnTo>
                  <a:pt x="476745" y="657593"/>
                </a:lnTo>
                <a:lnTo>
                  <a:pt x="480148" y="662647"/>
                </a:lnTo>
                <a:lnTo>
                  <a:pt x="485203" y="666051"/>
                </a:lnTo>
                <a:lnTo>
                  <a:pt x="491388" y="667296"/>
                </a:lnTo>
                <a:lnTo>
                  <a:pt x="497573" y="666051"/>
                </a:lnTo>
                <a:lnTo>
                  <a:pt x="502627" y="662647"/>
                </a:lnTo>
                <a:lnTo>
                  <a:pt x="506031" y="657593"/>
                </a:lnTo>
                <a:lnTo>
                  <a:pt x="507288" y="651408"/>
                </a:lnTo>
                <a:close/>
              </a:path>
              <a:path w="1143000" h="1143000">
                <a:moveTo>
                  <a:pt x="507288" y="492912"/>
                </a:moveTo>
                <a:lnTo>
                  <a:pt x="506031" y="486714"/>
                </a:lnTo>
                <a:lnTo>
                  <a:pt x="502627" y="481660"/>
                </a:lnTo>
                <a:lnTo>
                  <a:pt x="497573" y="478256"/>
                </a:lnTo>
                <a:lnTo>
                  <a:pt x="491388" y="477012"/>
                </a:lnTo>
                <a:lnTo>
                  <a:pt x="485203" y="478256"/>
                </a:lnTo>
                <a:lnTo>
                  <a:pt x="480148" y="481660"/>
                </a:lnTo>
                <a:lnTo>
                  <a:pt x="476745" y="486714"/>
                </a:lnTo>
                <a:lnTo>
                  <a:pt x="475488" y="492912"/>
                </a:lnTo>
                <a:lnTo>
                  <a:pt x="476745" y="499097"/>
                </a:lnTo>
                <a:lnTo>
                  <a:pt x="480148" y="504151"/>
                </a:lnTo>
                <a:lnTo>
                  <a:pt x="485203" y="507555"/>
                </a:lnTo>
                <a:lnTo>
                  <a:pt x="491388" y="508800"/>
                </a:lnTo>
                <a:lnTo>
                  <a:pt x="497573" y="507555"/>
                </a:lnTo>
                <a:lnTo>
                  <a:pt x="502627" y="504151"/>
                </a:lnTo>
                <a:lnTo>
                  <a:pt x="506031" y="499097"/>
                </a:lnTo>
                <a:lnTo>
                  <a:pt x="507288" y="492912"/>
                </a:lnTo>
                <a:close/>
              </a:path>
              <a:path w="1143000" h="1143000">
                <a:moveTo>
                  <a:pt x="507288" y="332892"/>
                </a:moveTo>
                <a:lnTo>
                  <a:pt x="506031" y="326694"/>
                </a:lnTo>
                <a:lnTo>
                  <a:pt x="502627" y="321640"/>
                </a:lnTo>
                <a:lnTo>
                  <a:pt x="497573" y="318236"/>
                </a:lnTo>
                <a:lnTo>
                  <a:pt x="491388" y="316992"/>
                </a:lnTo>
                <a:lnTo>
                  <a:pt x="485203" y="318236"/>
                </a:lnTo>
                <a:lnTo>
                  <a:pt x="480148" y="321640"/>
                </a:lnTo>
                <a:lnTo>
                  <a:pt x="476745" y="326694"/>
                </a:lnTo>
                <a:lnTo>
                  <a:pt x="475488" y="332892"/>
                </a:lnTo>
                <a:lnTo>
                  <a:pt x="476745" y="339077"/>
                </a:lnTo>
                <a:lnTo>
                  <a:pt x="480148" y="344131"/>
                </a:lnTo>
                <a:lnTo>
                  <a:pt x="485203" y="347535"/>
                </a:lnTo>
                <a:lnTo>
                  <a:pt x="491388" y="348780"/>
                </a:lnTo>
                <a:lnTo>
                  <a:pt x="497573" y="347535"/>
                </a:lnTo>
                <a:lnTo>
                  <a:pt x="502627" y="344131"/>
                </a:lnTo>
                <a:lnTo>
                  <a:pt x="506031" y="339077"/>
                </a:lnTo>
                <a:lnTo>
                  <a:pt x="507288" y="332892"/>
                </a:lnTo>
                <a:close/>
              </a:path>
              <a:path w="1143000" h="1143000">
                <a:moveTo>
                  <a:pt x="507288" y="174409"/>
                </a:moveTo>
                <a:lnTo>
                  <a:pt x="506031" y="168211"/>
                </a:lnTo>
                <a:lnTo>
                  <a:pt x="502627" y="163169"/>
                </a:lnTo>
                <a:lnTo>
                  <a:pt x="497573" y="159753"/>
                </a:lnTo>
                <a:lnTo>
                  <a:pt x="491388" y="158508"/>
                </a:lnTo>
                <a:lnTo>
                  <a:pt x="485203" y="159753"/>
                </a:lnTo>
                <a:lnTo>
                  <a:pt x="480148" y="163169"/>
                </a:lnTo>
                <a:lnTo>
                  <a:pt x="476745" y="168211"/>
                </a:lnTo>
                <a:lnTo>
                  <a:pt x="475488" y="174409"/>
                </a:lnTo>
                <a:lnTo>
                  <a:pt x="476745" y="180594"/>
                </a:lnTo>
                <a:lnTo>
                  <a:pt x="480148" y="185648"/>
                </a:lnTo>
                <a:lnTo>
                  <a:pt x="485203" y="189052"/>
                </a:lnTo>
                <a:lnTo>
                  <a:pt x="491388" y="190296"/>
                </a:lnTo>
                <a:lnTo>
                  <a:pt x="497573" y="189052"/>
                </a:lnTo>
                <a:lnTo>
                  <a:pt x="502627" y="185648"/>
                </a:lnTo>
                <a:lnTo>
                  <a:pt x="506031" y="180594"/>
                </a:lnTo>
                <a:lnTo>
                  <a:pt x="507288" y="174409"/>
                </a:lnTo>
                <a:close/>
              </a:path>
              <a:path w="1143000" h="1143000">
                <a:moveTo>
                  <a:pt x="507288" y="15900"/>
                </a:moveTo>
                <a:lnTo>
                  <a:pt x="506031" y="9702"/>
                </a:lnTo>
                <a:lnTo>
                  <a:pt x="502627" y="4660"/>
                </a:lnTo>
                <a:lnTo>
                  <a:pt x="497573" y="1244"/>
                </a:lnTo>
                <a:lnTo>
                  <a:pt x="491388" y="0"/>
                </a:lnTo>
                <a:lnTo>
                  <a:pt x="485203" y="1244"/>
                </a:lnTo>
                <a:lnTo>
                  <a:pt x="480148" y="4660"/>
                </a:lnTo>
                <a:lnTo>
                  <a:pt x="476745" y="9702"/>
                </a:lnTo>
                <a:lnTo>
                  <a:pt x="475488" y="15900"/>
                </a:lnTo>
                <a:lnTo>
                  <a:pt x="476745" y="22085"/>
                </a:lnTo>
                <a:lnTo>
                  <a:pt x="480148" y="27139"/>
                </a:lnTo>
                <a:lnTo>
                  <a:pt x="485203" y="30543"/>
                </a:lnTo>
                <a:lnTo>
                  <a:pt x="491388" y="31788"/>
                </a:lnTo>
                <a:lnTo>
                  <a:pt x="497573" y="30543"/>
                </a:lnTo>
                <a:lnTo>
                  <a:pt x="502627" y="27139"/>
                </a:lnTo>
                <a:lnTo>
                  <a:pt x="506031" y="22085"/>
                </a:lnTo>
                <a:lnTo>
                  <a:pt x="507288" y="15900"/>
                </a:lnTo>
                <a:close/>
              </a:path>
              <a:path w="1143000" h="1143000">
                <a:moveTo>
                  <a:pt x="665797" y="1126896"/>
                </a:moveTo>
                <a:lnTo>
                  <a:pt x="664603" y="1120698"/>
                </a:lnTo>
                <a:lnTo>
                  <a:pt x="661365" y="1115644"/>
                </a:lnTo>
                <a:lnTo>
                  <a:pt x="656551" y="1112240"/>
                </a:lnTo>
                <a:lnTo>
                  <a:pt x="650659" y="1110996"/>
                </a:lnTo>
                <a:lnTo>
                  <a:pt x="644766" y="1112240"/>
                </a:lnTo>
                <a:lnTo>
                  <a:pt x="639953" y="1115644"/>
                </a:lnTo>
                <a:lnTo>
                  <a:pt x="636714" y="1120698"/>
                </a:lnTo>
                <a:lnTo>
                  <a:pt x="635520" y="1126896"/>
                </a:lnTo>
                <a:lnTo>
                  <a:pt x="636714" y="1133081"/>
                </a:lnTo>
                <a:lnTo>
                  <a:pt x="639953" y="1138135"/>
                </a:lnTo>
                <a:lnTo>
                  <a:pt x="644766" y="1141539"/>
                </a:lnTo>
                <a:lnTo>
                  <a:pt x="650659" y="1142784"/>
                </a:lnTo>
                <a:lnTo>
                  <a:pt x="656551" y="1141539"/>
                </a:lnTo>
                <a:lnTo>
                  <a:pt x="661365" y="1138135"/>
                </a:lnTo>
                <a:lnTo>
                  <a:pt x="664603" y="1133081"/>
                </a:lnTo>
                <a:lnTo>
                  <a:pt x="665797" y="1126896"/>
                </a:lnTo>
                <a:close/>
              </a:path>
              <a:path w="1143000" h="1143000">
                <a:moveTo>
                  <a:pt x="665797" y="968400"/>
                </a:moveTo>
                <a:lnTo>
                  <a:pt x="664603" y="962202"/>
                </a:lnTo>
                <a:lnTo>
                  <a:pt x="661365" y="957148"/>
                </a:lnTo>
                <a:lnTo>
                  <a:pt x="656551" y="953744"/>
                </a:lnTo>
                <a:lnTo>
                  <a:pt x="650659" y="952500"/>
                </a:lnTo>
                <a:lnTo>
                  <a:pt x="644766" y="953744"/>
                </a:lnTo>
                <a:lnTo>
                  <a:pt x="639953" y="957148"/>
                </a:lnTo>
                <a:lnTo>
                  <a:pt x="636714" y="962202"/>
                </a:lnTo>
                <a:lnTo>
                  <a:pt x="635520" y="968400"/>
                </a:lnTo>
                <a:lnTo>
                  <a:pt x="636714" y="974585"/>
                </a:lnTo>
                <a:lnTo>
                  <a:pt x="639953" y="979639"/>
                </a:lnTo>
                <a:lnTo>
                  <a:pt x="644766" y="983043"/>
                </a:lnTo>
                <a:lnTo>
                  <a:pt x="650659" y="984288"/>
                </a:lnTo>
                <a:lnTo>
                  <a:pt x="656551" y="983043"/>
                </a:lnTo>
                <a:lnTo>
                  <a:pt x="661365" y="979639"/>
                </a:lnTo>
                <a:lnTo>
                  <a:pt x="664603" y="974585"/>
                </a:lnTo>
                <a:lnTo>
                  <a:pt x="665797" y="968400"/>
                </a:lnTo>
                <a:close/>
              </a:path>
              <a:path w="1143000" h="1143000">
                <a:moveTo>
                  <a:pt x="665797" y="809904"/>
                </a:moveTo>
                <a:lnTo>
                  <a:pt x="664603" y="803706"/>
                </a:lnTo>
                <a:lnTo>
                  <a:pt x="661365" y="798652"/>
                </a:lnTo>
                <a:lnTo>
                  <a:pt x="656551" y="795248"/>
                </a:lnTo>
                <a:lnTo>
                  <a:pt x="650659" y="794004"/>
                </a:lnTo>
                <a:lnTo>
                  <a:pt x="644766" y="795248"/>
                </a:lnTo>
                <a:lnTo>
                  <a:pt x="639953" y="798652"/>
                </a:lnTo>
                <a:lnTo>
                  <a:pt x="636714" y="803706"/>
                </a:lnTo>
                <a:lnTo>
                  <a:pt x="635520" y="809904"/>
                </a:lnTo>
                <a:lnTo>
                  <a:pt x="636714" y="816089"/>
                </a:lnTo>
                <a:lnTo>
                  <a:pt x="639953" y="821143"/>
                </a:lnTo>
                <a:lnTo>
                  <a:pt x="644766" y="824547"/>
                </a:lnTo>
                <a:lnTo>
                  <a:pt x="650659" y="825792"/>
                </a:lnTo>
                <a:lnTo>
                  <a:pt x="656551" y="824547"/>
                </a:lnTo>
                <a:lnTo>
                  <a:pt x="661365" y="821143"/>
                </a:lnTo>
                <a:lnTo>
                  <a:pt x="664603" y="816089"/>
                </a:lnTo>
                <a:lnTo>
                  <a:pt x="665797" y="809904"/>
                </a:lnTo>
                <a:close/>
              </a:path>
              <a:path w="1143000" h="1143000">
                <a:moveTo>
                  <a:pt x="665797" y="651408"/>
                </a:moveTo>
                <a:lnTo>
                  <a:pt x="664603" y="645210"/>
                </a:lnTo>
                <a:lnTo>
                  <a:pt x="661365" y="640156"/>
                </a:lnTo>
                <a:lnTo>
                  <a:pt x="656551" y="636752"/>
                </a:lnTo>
                <a:lnTo>
                  <a:pt x="650659" y="635508"/>
                </a:lnTo>
                <a:lnTo>
                  <a:pt x="644766" y="636752"/>
                </a:lnTo>
                <a:lnTo>
                  <a:pt x="639953" y="640156"/>
                </a:lnTo>
                <a:lnTo>
                  <a:pt x="636714" y="645210"/>
                </a:lnTo>
                <a:lnTo>
                  <a:pt x="635520" y="651408"/>
                </a:lnTo>
                <a:lnTo>
                  <a:pt x="636714" y="657593"/>
                </a:lnTo>
                <a:lnTo>
                  <a:pt x="639953" y="662647"/>
                </a:lnTo>
                <a:lnTo>
                  <a:pt x="644766" y="666051"/>
                </a:lnTo>
                <a:lnTo>
                  <a:pt x="650659" y="667296"/>
                </a:lnTo>
                <a:lnTo>
                  <a:pt x="656551" y="666051"/>
                </a:lnTo>
                <a:lnTo>
                  <a:pt x="661365" y="662647"/>
                </a:lnTo>
                <a:lnTo>
                  <a:pt x="664603" y="657593"/>
                </a:lnTo>
                <a:lnTo>
                  <a:pt x="665797" y="651408"/>
                </a:lnTo>
                <a:close/>
              </a:path>
              <a:path w="1143000" h="1143000">
                <a:moveTo>
                  <a:pt x="665797" y="492912"/>
                </a:moveTo>
                <a:lnTo>
                  <a:pt x="664603" y="486714"/>
                </a:lnTo>
                <a:lnTo>
                  <a:pt x="661365" y="481660"/>
                </a:lnTo>
                <a:lnTo>
                  <a:pt x="656551" y="478256"/>
                </a:lnTo>
                <a:lnTo>
                  <a:pt x="650659" y="477012"/>
                </a:lnTo>
                <a:lnTo>
                  <a:pt x="644766" y="478256"/>
                </a:lnTo>
                <a:lnTo>
                  <a:pt x="639953" y="481660"/>
                </a:lnTo>
                <a:lnTo>
                  <a:pt x="636714" y="486714"/>
                </a:lnTo>
                <a:lnTo>
                  <a:pt x="635520" y="492912"/>
                </a:lnTo>
                <a:lnTo>
                  <a:pt x="636714" y="499097"/>
                </a:lnTo>
                <a:lnTo>
                  <a:pt x="639953" y="504151"/>
                </a:lnTo>
                <a:lnTo>
                  <a:pt x="644766" y="507555"/>
                </a:lnTo>
                <a:lnTo>
                  <a:pt x="650659" y="508800"/>
                </a:lnTo>
                <a:lnTo>
                  <a:pt x="656551" y="507555"/>
                </a:lnTo>
                <a:lnTo>
                  <a:pt x="661365" y="504151"/>
                </a:lnTo>
                <a:lnTo>
                  <a:pt x="664603" y="499097"/>
                </a:lnTo>
                <a:lnTo>
                  <a:pt x="665797" y="492912"/>
                </a:lnTo>
                <a:close/>
              </a:path>
              <a:path w="1143000" h="1143000">
                <a:moveTo>
                  <a:pt x="665797" y="332892"/>
                </a:moveTo>
                <a:lnTo>
                  <a:pt x="664603" y="326694"/>
                </a:lnTo>
                <a:lnTo>
                  <a:pt x="661365" y="321640"/>
                </a:lnTo>
                <a:lnTo>
                  <a:pt x="656551" y="318236"/>
                </a:lnTo>
                <a:lnTo>
                  <a:pt x="650659" y="316992"/>
                </a:lnTo>
                <a:lnTo>
                  <a:pt x="644766" y="318236"/>
                </a:lnTo>
                <a:lnTo>
                  <a:pt x="639953" y="321640"/>
                </a:lnTo>
                <a:lnTo>
                  <a:pt x="636714" y="326694"/>
                </a:lnTo>
                <a:lnTo>
                  <a:pt x="635520" y="332892"/>
                </a:lnTo>
                <a:lnTo>
                  <a:pt x="636714" y="339077"/>
                </a:lnTo>
                <a:lnTo>
                  <a:pt x="639953" y="344131"/>
                </a:lnTo>
                <a:lnTo>
                  <a:pt x="644766" y="347535"/>
                </a:lnTo>
                <a:lnTo>
                  <a:pt x="650659" y="348780"/>
                </a:lnTo>
                <a:lnTo>
                  <a:pt x="656551" y="347535"/>
                </a:lnTo>
                <a:lnTo>
                  <a:pt x="661365" y="344131"/>
                </a:lnTo>
                <a:lnTo>
                  <a:pt x="664603" y="339077"/>
                </a:lnTo>
                <a:lnTo>
                  <a:pt x="665797" y="332892"/>
                </a:lnTo>
                <a:close/>
              </a:path>
              <a:path w="1143000" h="1143000">
                <a:moveTo>
                  <a:pt x="665797" y="174409"/>
                </a:moveTo>
                <a:lnTo>
                  <a:pt x="664603" y="168211"/>
                </a:lnTo>
                <a:lnTo>
                  <a:pt x="661365" y="163169"/>
                </a:lnTo>
                <a:lnTo>
                  <a:pt x="656551" y="159753"/>
                </a:lnTo>
                <a:lnTo>
                  <a:pt x="650659" y="158508"/>
                </a:lnTo>
                <a:lnTo>
                  <a:pt x="644766" y="159753"/>
                </a:lnTo>
                <a:lnTo>
                  <a:pt x="639953" y="163169"/>
                </a:lnTo>
                <a:lnTo>
                  <a:pt x="636714" y="168211"/>
                </a:lnTo>
                <a:lnTo>
                  <a:pt x="635520" y="174409"/>
                </a:lnTo>
                <a:lnTo>
                  <a:pt x="636714" y="180594"/>
                </a:lnTo>
                <a:lnTo>
                  <a:pt x="639953" y="185648"/>
                </a:lnTo>
                <a:lnTo>
                  <a:pt x="644766" y="189052"/>
                </a:lnTo>
                <a:lnTo>
                  <a:pt x="650659" y="190296"/>
                </a:lnTo>
                <a:lnTo>
                  <a:pt x="656551" y="189052"/>
                </a:lnTo>
                <a:lnTo>
                  <a:pt x="661365" y="185648"/>
                </a:lnTo>
                <a:lnTo>
                  <a:pt x="664603" y="180594"/>
                </a:lnTo>
                <a:lnTo>
                  <a:pt x="665797" y="174409"/>
                </a:lnTo>
                <a:close/>
              </a:path>
              <a:path w="1143000" h="1143000">
                <a:moveTo>
                  <a:pt x="665797" y="15900"/>
                </a:moveTo>
                <a:lnTo>
                  <a:pt x="664603" y="9702"/>
                </a:lnTo>
                <a:lnTo>
                  <a:pt x="661365" y="4660"/>
                </a:lnTo>
                <a:lnTo>
                  <a:pt x="656551" y="1244"/>
                </a:lnTo>
                <a:lnTo>
                  <a:pt x="650659" y="0"/>
                </a:lnTo>
                <a:lnTo>
                  <a:pt x="644766" y="1244"/>
                </a:lnTo>
                <a:lnTo>
                  <a:pt x="639953" y="4660"/>
                </a:lnTo>
                <a:lnTo>
                  <a:pt x="636714" y="9702"/>
                </a:lnTo>
                <a:lnTo>
                  <a:pt x="635520" y="15900"/>
                </a:lnTo>
                <a:lnTo>
                  <a:pt x="636714" y="22085"/>
                </a:lnTo>
                <a:lnTo>
                  <a:pt x="639953" y="27139"/>
                </a:lnTo>
                <a:lnTo>
                  <a:pt x="644766" y="30543"/>
                </a:lnTo>
                <a:lnTo>
                  <a:pt x="650659" y="31788"/>
                </a:lnTo>
                <a:lnTo>
                  <a:pt x="656551" y="30543"/>
                </a:lnTo>
                <a:lnTo>
                  <a:pt x="661365" y="27139"/>
                </a:lnTo>
                <a:lnTo>
                  <a:pt x="664603" y="22085"/>
                </a:lnTo>
                <a:lnTo>
                  <a:pt x="665797" y="15900"/>
                </a:lnTo>
                <a:close/>
              </a:path>
              <a:path w="1143000" h="1143000">
                <a:moveTo>
                  <a:pt x="825804" y="1126896"/>
                </a:moveTo>
                <a:lnTo>
                  <a:pt x="824547" y="1120698"/>
                </a:lnTo>
                <a:lnTo>
                  <a:pt x="821143" y="1115644"/>
                </a:lnTo>
                <a:lnTo>
                  <a:pt x="816089" y="1112240"/>
                </a:lnTo>
                <a:lnTo>
                  <a:pt x="809904" y="1110996"/>
                </a:lnTo>
                <a:lnTo>
                  <a:pt x="803719" y="1112240"/>
                </a:lnTo>
                <a:lnTo>
                  <a:pt x="798664" y="1115644"/>
                </a:lnTo>
                <a:lnTo>
                  <a:pt x="795261" y="1120698"/>
                </a:lnTo>
                <a:lnTo>
                  <a:pt x="794004" y="1126896"/>
                </a:lnTo>
                <a:lnTo>
                  <a:pt x="795261" y="1133081"/>
                </a:lnTo>
                <a:lnTo>
                  <a:pt x="798664" y="1138135"/>
                </a:lnTo>
                <a:lnTo>
                  <a:pt x="803719" y="1141539"/>
                </a:lnTo>
                <a:lnTo>
                  <a:pt x="809904" y="1142784"/>
                </a:lnTo>
                <a:lnTo>
                  <a:pt x="816089" y="1141539"/>
                </a:lnTo>
                <a:lnTo>
                  <a:pt x="821143" y="1138135"/>
                </a:lnTo>
                <a:lnTo>
                  <a:pt x="824547" y="1133081"/>
                </a:lnTo>
                <a:lnTo>
                  <a:pt x="825804" y="1126896"/>
                </a:lnTo>
                <a:close/>
              </a:path>
              <a:path w="1143000" h="1143000">
                <a:moveTo>
                  <a:pt x="825804" y="968400"/>
                </a:moveTo>
                <a:lnTo>
                  <a:pt x="824547" y="962202"/>
                </a:lnTo>
                <a:lnTo>
                  <a:pt x="821143" y="957148"/>
                </a:lnTo>
                <a:lnTo>
                  <a:pt x="816089" y="953744"/>
                </a:lnTo>
                <a:lnTo>
                  <a:pt x="809904" y="952500"/>
                </a:lnTo>
                <a:lnTo>
                  <a:pt x="803719" y="953744"/>
                </a:lnTo>
                <a:lnTo>
                  <a:pt x="798664" y="957148"/>
                </a:lnTo>
                <a:lnTo>
                  <a:pt x="795261" y="962202"/>
                </a:lnTo>
                <a:lnTo>
                  <a:pt x="794004" y="968400"/>
                </a:lnTo>
                <a:lnTo>
                  <a:pt x="795261" y="974585"/>
                </a:lnTo>
                <a:lnTo>
                  <a:pt x="798664" y="979639"/>
                </a:lnTo>
                <a:lnTo>
                  <a:pt x="803719" y="983043"/>
                </a:lnTo>
                <a:lnTo>
                  <a:pt x="809904" y="984288"/>
                </a:lnTo>
                <a:lnTo>
                  <a:pt x="816089" y="983043"/>
                </a:lnTo>
                <a:lnTo>
                  <a:pt x="821143" y="979639"/>
                </a:lnTo>
                <a:lnTo>
                  <a:pt x="824547" y="974585"/>
                </a:lnTo>
                <a:lnTo>
                  <a:pt x="825804" y="968400"/>
                </a:lnTo>
                <a:close/>
              </a:path>
              <a:path w="1143000" h="1143000">
                <a:moveTo>
                  <a:pt x="825804" y="809904"/>
                </a:moveTo>
                <a:lnTo>
                  <a:pt x="824547" y="803706"/>
                </a:lnTo>
                <a:lnTo>
                  <a:pt x="821143" y="798652"/>
                </a:lnTo>
                <a:lnTo>
                  <a:pt x="816089" y="795248"/>
                </a:lnTo>
                <a:lnTo>
                  <a:pt x="809904" y="794004"/>
                </a:lnTo>
                <a:lnTo>
                  <a:pt x="803719" y="795248"/>
                </a:lnTo>
                <a:lnTo>
                  <a:pt x="798664" y="798652"/>
                </a:lnTo>
                <a:lnTo>
                  <a:pt x="795261" y="803706"/>
                </a:lnTo>
                <a:lnTo>
                  <a:pt x="794004" y="809904"/>
                </a:lnTo>
                <a:lnTo>
                  <a:pt x="795261" y="816089"/>
                </a:lnTo>
                <a:lnTo>
                  <a:pt x="798664" y="821143"/>
                </a:lnTo>
                <a:lnTo>
                  <a:pt x="803719" y="824547"/>
                </a:lnTo>
                <a:lnTo>
                  <a:pt x="809904" y="825792"/>
                </a:lnTo>
                <a:lnTo>
                  <a:pt x="816089" y="824547"/>
                </a:lnTo>
                <a:lnTo>
                  <a:pt x="821143" y="821143"/>
                </a:lnTo>
                <a:lnTo>
                  <a:pt x="824547" y="816089"/>
                </a:lnTo>
                <a:lnTo>
                  <a:pt x="825804" y="809904"/>
                </a:lnTo>
                <a:close/>
              </a:path>
              <a:path w="1143000" h="1143000">
                <a:moveTo>
                  <a:pt x="825804" y="651408"/>
                </a:moveTo>
                <a:lnTo>
                  <a:pt x="824547" y="645210"/>
                </a:lnTo>
                <a:lnTo>
                  <a:pt x="821143" y="640156"/>
                </a:lnTo>
                <a:lnTo>
                  <a:pt x="816089" y="636752"/>
                </a:lnTo>
                <a:lnTo>
                  <a:pt x="809904" y="635508"/>
                </a:lnTo>
                <a:lnTo>
                  <a:pt x="803719" y="636752"/>
                </a:lnTo>
                <a:lnTo>
                  <a:pt x="798664" y="640156"/>
                </a:lnTo>
                <a:lnTo>
                  <a:pt x="795261" y="645210"/>
                </a:lnTo>
                <a:lnTo>
                  <a:pt x="794004" y="651408"/>
                </a:lnTo>
                <a:lnTo>
                  <a:pt x="795261" y="657593"/>
                </a:lnTo>
                <a:lnTo>
                  <a:pt x="798664" y="662647"/>
                </a:lnTo>
                <a:lnTo>
                  <a:pt x="803719" y="666051"/>
                </a:lnTo>
                <a:lnTo>
                  <a:pt x="809904" y="667296"/>
                </a:lnTo>
                <a:lnTo>
                  <a:pt x="816089" y="666051"/>
                </a:lnTo>
                <a:lnTo>
                  <a:pt x="821143" y="662647"/>
                </a:lnTo>
                <a:lnTo>
                  <a:pt x="824547" y="657593"/>
                </a:lnTo>
                <a:lnTo>
                  <a:pt x="825804" y="651408"/>
                </a:lnTo>
                <a:close/>
              </a:path>
              <a:path w="1143000" h="1143000">
                <a:moveTo>
                  <a:pt x="825804" y="492912"/>
                </a:moveTo>
                <a:lnTo>
                  <a:pt x="824547" y="486714"/>
                </a:lnTo>
                <a:lnTo>
                  <a:pt x="821143" y="481660"/>
                </a:lnTo>
                <a:lnTo>
                  <a:pt x="816089" y="478256"/>
                </a:lnTo>
                <a:lnTo>
                  <a:pt x="809904" y="477012"/>
                </a:lnTo>
                <a:lnTo>
                  <a:pt x="803719" y="478256"/>
                </a:lnTo>
                <a:lnTo>
                  <a:pt x="798664" y="481660"/>
                </a:lnTo>
                <a:lnTo>
                  <a:pt x="795261" y="486714"/>
                </a:lnTo>
                <a:lnTo>
                  <a:pt x="794004" y="492912"/>
                </a:lnTo>
                <a:lnTo>
                  <a:pt x="795261" y="499097"/>
                </a:lnTo>
                <a:lnTo>
                  <a:pt x="798664" y="504151"/>
                </a:lnTo>
                <a:lnTo>
                  <a:pt x="803719" y="507555"/>
                </a:lnTo>
                <a:lnTo>
                  <a:pt x="809904" y="508800"/>
                </a:lnTo>
                <a:lnTo>
                  <a:pt x="816089" y="507555"/>
                </a:lnTo>
                <a:lnTo>
                  <a:pt x="821143" y="504151"/>
                </a:lnTo>
                <a:lnTo>
                  <a:pt x="824547" y="499097"/>
                </a:lnTo>
                <a:lnTo>
                  <a:pt x="825804" y="492912"/>
                </a:lnTo>
                <a:close/>
              </a:path>
              <a:path w="1143000" h="1143000">
                <a:moveTo>
                  <a:pt x="825804" y="332892"/>
                </a:moveTo>
                <a:lnTo>
                  <a:pt x="824547" y="326694"/>
                </a:lnTo>
                <a:lnTo>
                  <a:pt x="821143" y="321640"/>
                </a:lnTo>
                <a:lnTo>
                  <a:pt x="816089" y="318236"/>
                </a:lnTo>
                <a:lnTo>
                  <a:pt x="809904" y="316992"/>
                </a:lnTo>
                <a:lnTo>
                  <a:pt x="803719" y="318236"/>
                </a:lnTo>
                <a:lnTo>
                  <a:pt x="798664" y="321640"/>
                </a:lnTo>
                <a:lnTo>
                  <a:pt x="795261" y="326694"/>
                </a:lnTo>
                <a:lnTo>
                  <a:pt x="794004" y="332892"/>
                </a:lnTo>
                <a:lnTo>
                  <a:pt x="795261" y="339077"/>
                </a:lnTo>
                <a:lnTo>
                  <a:pt x="798664" y="344131"/>
                </a:lnTo>
                <a:lnTo>
                  <a:pt x="803719" y="347535"/>
                </a:lnTo>
                <a:lnTo>
                  <a:pt x="809904" y="348780"/>
                </a:lnTo>
                <a:lnTo>
                  <a:pt x="816089" y="347535"/>
                </a:lnTo>
                <a:lnTo>
                  <a:pt x="821143" y="344131"/>
                </a:lnTo>
                <a:lnTo>
                  <a:pt x="824547" y="339077"/>
                </a:lnTo>
                <a:lnTo>
                  <a:pt x="825804" y="332892"/>
                </a:lnTo>
                <a:close/>
              </a:path>
              <a:path w="1143000" h="1143000">
                <a:moveTo>
                  <a:pt x="825804" y="174409"/>
                </a:moveTo>
                <a:lnTo>
                  <a:pt x="824547" y="168211"/>
                </a:lnTo>
                <a:lnTo>
                  <a:pt x="821143" y="163169"/>
                </a:lnTo>
                <a:lnTo>
                  <a:pt x="816089" y="159753"/>
                </a:lnTo>
                <a:lnTo>
                  <a:pt x="809904" y="158508"/>
                </a:lnTo>
                <a:lnTo>
                  <a:pt x="803719" y="159753"/>
                </a:lnTo>
                <a:lnTo>
                  <a:pt x="798664" y="163169"/>
                </a:lnTo>
                <a:lnTo>
                  <a:pt x="795261" y="168211"/>
                </a:lnTo>
                <a:lnTo>
                  <a:pt x="794004" y="174409"/>
                </a:lnTo>
                <a:lnTo>
                  <a:pt x="795261" y="180594"/>
                </a:lnTo>
                <a:lnTo>
                  <a:pt x="798664" y="185648"/>
                </a:lnTo>
                <a:lnTo>
                  <a:pt x="803719" y="189052"/>
                </a:lnTo>
                <a:lnTo>
                  <a:pt x="809904" y="190296"/>
                </a:lnTo>
                <a:lnTo>
                  <a:pt x="816089" y="189052"/>
                </a:lnTo>
                <a:lnTo>
                  <a:pt x="821143" y="185648"/>
                </a:lnTo>
                <a:lnTo>
                  <a:pt x="824547" y="180594"/>
                </a:lnTo>
                <a:lnTo>
                  <a:pt x="825804" y="174409"/>
                </a:lnTo>
                <a:close/>
              </a:path>
              <a:path w="1143000" h="1143000">
                <a:moveTo>
                  <a:pt x="825804" y="15900"/>
                </a:moveTo>
                <a:lnTo>
                  <a:pt x="824547" y="9702"/>
                </a:lnTo>
                <a:lnTo>
                  <a:pt x="821143" y="4660"/>
                </a:lnTo>
                <a:lnTo>
                  <a:pt x="816089" y="1244"/>
                </a:lnTo>
                <a:lnTo>
                  <a:pt x="809904" y="0"/>
                </a:lnTo>
                <a:lnTo>
                  <a:pt x="803719" y="1244"/>
                </a:lnTo>
                <a:lnTo>
                  <a:pt x="798664" y="4660"/>
                </a:lnTo>
                <a:lnTo>
                  <a:pt x="795261" y="9702"/>
                </a:lnTo>
                <a:lnTo>
                  <a:pt x="794004" y="15900"/>
                </a:lnTo>
                <a:lnTo>
                  <a:pt x="795261" y="22085"/>
                </a:lnTo>
                <a:lnTo>
                  <a:pt x="798664" y="27139"/>
                </a:lnTo>
                <a:lnTo>
                  <a:pt x="803719" y="30543"/>
                </a:lnTo>
                <a:lnTo>
                  <a:pt x="809904" y="31788"/>
                </a:lnTo>
                <a:lnTo>
                  <a:pt x="816089" y="30543"/>
                </a:lnTo>
                <a:lnTo>
                  <a:pt x="821143" y="27139"/>
                </a:lnTo>
                <a:lnTo>
                  <a:pt x="824547" y="22085"/>
                </a:lnTo>
                <a:lnTo>
                  <a:pt x="825804" y="15900"/>
                </a:lnTo>
                <a:close/>
              </a:path>
              <a:path w="1143000" h="1143000">
                <a:moveTo>
                  <a:pt x="984300" y="1126896"/>
                </a:moveTo>
                <a:lnTo>
                  <a:pt x="983043" y="1120698"/>
                </a:lnTo>
                <a:lnTo>
                  <a:pt x="979639" y="1115644"/>
                </a:lnTo>
                <a:lnTo>
                  <a:pt x="974585" y="1112240"/>
                </a:lnTo>
                <a:lnTo>
                  <a:pt x="968400" y="1110996"/>
                </a:lnTo>
                <a:lnTo>
                  <a:pt x="962215" y="1112240"/>
                </a:lnTo>
                <a:lnTo>
                  <a:pt x="957160" y="1115644"/>
                </a:lnTo>
                <a:lnTo>
                  <a:pt x="953757" y="1120698"/>
                </a:lnTo>
                <a:lnTo>
                  <a:pt x="952500" y="1126896"/>
                </a:lnTo>
                <a:lnTo>
                  <a:pt x="953757" y="1133081"/>
                </a:lnTo>
                <a:lnTo>
                  <a:pt x="957160" y="1138135"/>
                </a:lnTo>
                <a:lnTo>
                  <a:pt x="962215" y="1141539"/>
                </a:lnTo>
                <a:lnTo>
                  <a:pt x="968400" y="1142784"/>
                </a:lnTo>
                <a:lnTo>
                  <a:pt x="974585" y="1141539"/>
                </a:lnTo>
                <a:lnTo>
                  <a:pt x="979639" y="1138135"/>
                </a:lnTo>
                <a:lnTo>
                  <a:pt x="983043" y="1133081"/>
                </a:lnTo>
                <a:lnTo>
                  <a:pt x="984300" y="1126896"/>
                </a:lnTo>
                <a:close/>
              </a:path>
              <a:path w="1143000" h="1143000">
                <a:moveTo>
                  <a:pt x="984300" y="968400"/>
                </a:moveTo>
                <a:lnTo>
                  <a:pt x="983043" y="962202"/>
                </a:lnTo>
                <a:lnTo>
                  <a:pt x="979639" y="957148"/>
                </a:lnTo>
                <a:lnTo>
                  <a:pt x="974585" y="953744"/>
                </a:lnTo>
                <a:lnTo>
                  <a:pt x="968400" y="952500"/>
                </a:lnTo>
                <a:lnTo>
                  <a:pt x="962215" y="953744"/>
                </a:lnTo>
                <a:lnTo>
                  <a:pt x="957160" y="957148"/>
                </a:lnTo>
                <a:lnTo>
                  <a:pt x="953757" y="962202"/>
                </a:lnTo>
                <a:lnTo>
                  <a:pt x="952500" y="968400"/>
                </a:lnTo>
                <a:lnTo>
                  <a:pt x="953757" y="974585"/>
                </a:lnTo>
                <a:lnTo>
                  <a:pt x="957160" y="979639"/>
                </a:lnTo>
                <a:lnTo>
                  <a:pt x="962215" y="983043"/>
                </a:lnTo>
                <a:lnTo>
                  <a:pt x="968400" y="984288"/>
                </a:lnTo>
                <a:lnTo>
                  <a:pt x="974585" y="983043"/>
                </a:lnTo>
                <a:lnTo>
                  <a:pt x="979639" y="979639"/>
                </a:lnTo>
                <a:lnTo>
                  <a:pt x="983043" y="974585"/>
                </a:lnTo>
                <a:lnTo>
                  <a:pt x="984300" y="968400"/>
                </a:lnTo>
                <a:close/>
              </a:path>
              <a:path w="1143000" h="1143000">
                <a:moveTo>
                  <a:pt x="984300" y="809904"/>
                </a:moveTo>
                <a:lnTo>
                  <a:pt x="983043" y="803706"/>
                </a:lnTo>
                <a:lnTo>
                  <a:pt x="979639" y="798652"/>
                </a:lnTo>
                <a:lnTo>
                  <a:pt x="974585" y="795248"/>
                </a:lnTo>
                <a:lnTo>
                  <a:pt x="968400" y="794004"/>
                </a:lnTo>
                <a:lnTo>
                  <a:pt x="962215" y="795248"/>
                </a:lnTo>
                <a:lnTo>
                  <a:pt x="957160" y="798652"/>
                </a:lnTo>
                <a:lnTo>
                  <a:pt x="953757" y="803706"/>
                </a:lnTo>
                <a:lnTo>
                  <a:pt x="952500" y="809904"/>
                </a:lnTo>
                <a:lnTo>
                  <a:pt x="953757" y="816089"/>
                </a:lnTo>
                <a:lnTo>
                  <a:pt x="957160" y="821143"/>
                </a:lnTo>
                <a:lnTo>
                  <a:pt x="962215" y="824547"/>
                </a:lnTo>
                <a:lnTo>
                  <a:pt x="968400" y="825792"/>
                </a:lnTo>
                <a:lnTo>
                  <a:pt x="974585" y="824547"/>
                </a:lnTo>
                <a:lnTo>
                  <a:pt x="979639" y="821143"/>
                </a:lnTo>
                <a:lnTo>
                  <a:pt x="983043" y="816089"/>
                </a:lnTo>
                <a:lnTo>
                  <a:pt x="984300" y="809904"/>
                </a:lnTo>
                <a:close/>
              </a:path>
              <a:path w="1143000" h="1143000">
                <a:moveTo>
                  <a:pt x="984300" y="651408"/>
                </a:moveTo>
                <a:lnTo>
                  <a:pt x="983043" y="645210"/>
                </a:lnTo>
                <a:lnTo>
                  <a:pt x="979639" y="640156"/>
                </a:lnTo>
                <a:lnTo>
                  <a:pt x="974585" y="636752"/>
                </a:lnTo>
                <a:lnTo>
                  <a:pt x="968400" y="635508"/>
                </a:lnTo>
                <a:lnTo>
                  <a:pt x="962215" y="636752"/>
                </a:lnTo>
                <a:lnTo>
                  <a:pt x="957160" y="640156"/>
                </a:lnTo>
                <a:lnTo>
                  <a:pt x="953757" y="645210"/>
                </a:lnTo>
                <a:lnTo>
                  <a:pt x="952500" y="651408"/>
                </a:lnTo>
                <a:lnTo>
                  <a:pt x="953757" y="657593"/>
                </a:lnTo>
                <a:lnTo>
                  <a:pt x="957160" y="662647"/>
                </a:lnTo>
                <a:lnTo>
                  <a:pt x="962215" y="666051"/>
                </a:lnTo>
                <a:lnTo>
                  <a:pt x="968400" y="667296"/>
                </a:lnTo>
                <a:lnTo>
                  <a:pt x="974585" y="666051"/>
                </a:lnTo>
                <a:lnTo>
                  <a:pt x="979639" y="662647"/>
                </a:lnTo>
                <a:lnTo>
                  <a:pt x="983043" y="657593"/>
                </a:lnTo>
                <a:lnTo>
                  <a:pt x="984300" y="651408"/>
                </a:lnTo>
                <a:close/>
              </a:path>
              <a:path w="1143000" h="1143000">
                <a:moveTo>
                  <a:pt x="984300" y="492912"/>
                </a:moveTo>
                <a:lnTo>
                  <a:pt x="983043" y="486714"/>
                </a:lnTo>
                <a:lnTo>
                  <a:pt x="979639" y="481660"/>
                </a:lnTo>
                <a:lnTo>
                  <a:pt x="974585" y="478256"/>
                </a:lnTo>
                <a:lnTo>
                  <a:pt x="968400" y="477012"/>
                </a:lnTo>
                <a:lnTo>
                  <a:pt x="962215" y="478256"/>
                </a:lnTo>
                <a:lnTo>
                  <a:pt x="957160" y="481660"/>
                </a:lnTo>
                <a:lnTo>
                  <a:pt x="953757" y="486714"/>
                </a:lnTo>
                <a:lnTo>
                  <a:pt x="952500" y="492912"/>
                </a:lnTo>
                <a:lnTo>
                  <a:pt x="953757" y="499097"/>
                </a:lnTo>
                <a:lnTo>
                  <a:pt x="957160" y="504151"/>
                </a:lnTo>
                <a:lnTo>
                  <a:pt x="962215" y="507555"/>
                </a:lnTo>
                <a:lnTo>
                  <a:pt x="968400" y="508800"/>
                </a:lnTo>
                <a:lnTo>
                  <a:pt x="974585" y="507555"/>
                </a:lnTo>
                <a:lnTo>
                  <a:pt x="979639" y="504151"/>
                </a:lnTo>
                <a:lnTo>
                  <a:pt x="983043" y="499097"/>
                </a:lnTo>
                <a:lnTo>
                  <a:pt x="984300" y="492912"/>
                </a:lnTo>
                <a:close/>
              </a:path>
              <a:path w="1143000" h="1143000">
                <a:moveTo>
                  <a:pt x="984300" y="332892"/>
                </a:moveTo>
                <a:lnTo>
                  <a:pt x="983043" y="326694"/>
                </a:lnTo>
                <a:lnTo>
                  <a:pt x="979639" y="321640"/>
                </a:lnTo>
                <a:lnTo>
                  <a:pt x="974585" y="318236"/>
                </a:lnTo>
                <a:lnTo>
                  <a:pt x="968400" y="316992"/>
                </a:lnTo>
                <a:lnTo>
                  <a:pt x="962215" y="318236"/>
                </a:lnTo>
                <a:lnTo>
                  <a:pt x="957160" y="321640"/>
                </a:lnTo>
                <a:lnTo>
                  <a:pt x="953757" y="326694"/>
                </a:lnTo>
                <a:lnTo>
                  <a:pt x="952500" y="332892"/>
                </a:lnTo>
                <a:lnTo>
                  <a:pt x="953757" y="339077"/>
                </a:lnTo>
                <a:lnTo>
                  <a:pt x="957160" y="344131"/>
                </a:lnTo>
                <a:lnTo>
                  <a:pt x="962215" y="347535"/>
                </a:lnTo>
                <a:lnTo>
                  <a:pt x="968400" y="348780"/>
                </a:lnTo>
                <a:lnTo>
                  <a:pt x="974585" y="347535"/>
                </a:lnTo>
                <a:lnTo>
                  <a:pt x="979639" y="344131"/>
                </a:lnTo>
                <a:lnTo>
                  <a:pt x="983043" y="339077"/>
                </a:lnTo>
                <a:lnTo>
                  <a:pt x="984300" y="332892"/>
                </a:lnTo>
                <a:close/>
              </a:path>
              <a:path w="1143000" h="1143000">
                <a:moveTo>
                  <a:pt x="984300" y="174409"/>
                </a:moveTo>
                <a:lnTo>
                  <a:pt x="983043" y="168211"/>
                </a:lnTo>
                <a:lnTo>
                  <a:pt x="979639" y="163169"/>
                </a:lnTo>
                <a:lnTo>
                  <a:pt x="974585" y="159753"/>
                </a:lnTo>
                <a:lnTo>
                  <a:pt x="968400" y="158508"/>
                </a:lnTo>
                <a:lnTo>
                  <a:pt x="962215" y="159753"/>
                </a:lnTo>
                <a:lnTo>
                  <a:pt x="957160" y="163169"/>
                </a:lnTo>
                <a:lnTo>
                  <a:pt x="953757" y="168211"/>
                </a:lnTo>
                <a:lnTo>
                  <a:pt x="952500" y="174409"/>
                </a:lnTo>
                <a:lnTo>
                  <a:pt x="953757" y="180594"/>
                </a:lnTo>
                <a:lnTo>
                  <a:pt x="957160" y="185648"/>
                </a:lnTo>
                <a:lnTo>
                  <a:pt x="962215" y="189052"/>
                </a:lnTo>
                <a:lnTo>
                  <a:pt x="968400" y="190296"/>
                </a:lnTo>
                <a:lnTo>
                  <a:pt x="974585" y="189052"/>
                </a:lnTo>
                <a:lnTo>
                  <a:pt x="979639" y="185648"/>
                </a:lnTo>
                <a:lnTo>
                  <a:pt x="983043" y="180594"/>
                </a:lnTo>
                <a:lnTo>
                  <a:pt x="984300" y="174409"/>
                </a:lnTo>
                <a:close/>
              </a:path>
              <a:path w="1143000" h="1143000">
                <a:moveTo>
                  <a:pt x="984300" y="15900"/>
                </a:moveTo>
                <a:lnTo>
                  <a:pt x="983043" y="9702"/>
                </a:lnTo>
                <a:lnTo>
                  <a:pt x="979639" y="4660"/>
                </a:lnTo>
                <a:lnTo>
                  <a:pt x="974585" y="1244"/>
                </a:lnTo>
                <a:lnTo>
                  <a:pt x="968400" y="0"/>
                </a:lnTo>
                <a:lnTo>
                  <a:pt x="962215" y="1244"/>
                </a:lnTo>
                <a:lnTo>
                  <a:pt x="957160" y="4660"/>
                </a:lnTo>
                <a:lnTo>
                  <a:pt x="953757" y="9702"/>
                </a:lnTo>
                <a:lnTo>
                  <a:pt x="952500" y="15900"/>
                </a:lnTo>
                <a:lnTo>
                  <a:pt x="953757" y="22085"/>
                </a:lnTo>
                <a:lnTo>
                  <a:pt x="957160" y="27139"/>
                </a:lnTo>
                <a:lnTo>
                  <a:pt x="962215" y="30543"/>
                </a:lnTo>
                <a:lnTo>
                  <a:pt x="968400" y="31788"/>
                </a:lnTo>
                <a:lnTo>
                  <a:pt x="974585" y="30543"/>
                </a:lnTo>
                <a:lnTo>
                  <a:pt x="979639" y="27139"/>
                </a:lnTo>
                <a:lnTo>
                  <a:pt x="983043" y="22085"/>
                </a:lnTo>
                <a:lnTo>
                  <a:pt x="984300" y="15900"/>
                </a:lnTo>
                <a:close/>
              </a:path>
              <a:path w="1143000" h="1143000">
                <a:moveTo>
                  <a:pt x="1142796" y="1126896"/>
                </a:moveTo>
                <a:lnTo>
                  <a:pt x="1141539" y="1120698"/>
                </a:lnTo>
                <a:lnTo>
                  <a:pt x="1138135" y="1115644"/>
                </a:lnTo>
                <a:lnTo>
                  <a:pt x="1133081" y="1112240"/>
                </a:lnTo>
                <a:lnTo>
                  <a:pt x="1126896" y="1110996"/>
                </a:lnTo>
                <a:lnTo>
                  <a:pt x="1120711" y="1112240"/>
                </a:lnTo>
                <a:lnTo>
                  <a:pt x="1115656" y="1115644"/>
                </a:lnTo>
                <a:lnTo>
                  <a:pt x="1112253" y="1120698"/>
                </a:lnTo>
                <a:lnTo>
                  <a:pt x="1110996" y="1126896"/>
                </a:lnTo>
                <a:lnTo>
                  <a:pt x="1112253" y="1133081"/>
                </a:lnTo>
                <a:lnTo>
                  <a:pt x="1115656" y="1138135"/>
                </a:lnTo>
                <a:lnTo>
                  <a:pt x="1120711" y="1141539"/>
                </a:lnTo>
                <a:lnTo>
                  <a:pt x="1126896" y="1142784"/>
                </a:lnTo>
                <a:lnTo>
                  <a:pt x="1133081" y="1141539"/>
                </a:lnTo>
                <a:lnTo>
                  <a:pt x="1138135" y="1138135"/>
                </a:lnTo>
                <a:lnTo>
                  <a:pt x="1141539" y="1133081"/>
                </a:lnTo>
                <a:lnTo>
                  <a:pt x="1142796" y="1126896"/>
                </a:lnTo>
                <a:close/>
              </a:path>
              <a:path w="1143000" h="1143000">
                <a:moveTo>
                  <a:pt x="1142796" y="968400"/>
                </a:moveTo>
                <a:lnTo>
                  <a:pt x="1141539" y="962202"/>
                </a:lnTo>
                <a:lnTo>
                  <a:pt x="1138135" y="957148"/>
                </a:lnTo>
                <a:lnTo>
                  <a:pt x="1133081" y="953744"/>
                </a:lnTo>
                <a:lnTo>
                  <a:pt x="1126896" y="952500"/>
                </a:lnTo>
                <a:lnTo>
                  <a:pt x="1120711" y="953744"/>
                </a:lnTo>
                <a:lnTo>
                  <a:pt x="1115656" y="957148"/>
                </a:lnTo>
                <a:lnTo>
                  <a:pt x="1112253" y="962202"/>
                </a:lnTo>
                <a:lnTo>
                  <a:pt x="1110996" y="968400"/>
                </a:lnTo>
                <a:lnTo>
                  <a:pt x="1112253" y="974585"/>
                </a:lnTo>
                <a:lnTo>
                  <a:pt x="1115656" y="979639"/>
                </a:lnTo>
                <a:lnTo>
                  <a:pt x="1120711" y="983043"/>
                </a:lnTo>
                <a:lnTo>
                  <a:pt x="1126896" y="984288"/>
                </a:lnTo>
                <a:lnTo>
                  <a:pt x="1133081" y="983043"/>
                </a:lnTo>
                <a:lnTo>
                  <a:pt x="1138135" y="979639"/>
                </a:lnTo>
                <a:lnTo>
                  <a:pt x="1141539" y="974585"/>
                </a:lnTo>
                <a:lnTo>
                  <a:pt x="1142796" y="968400"/>
                </a:lnTo>
                <a:close/>
              </a:path>
              <a:path w="1143000" h="1143000">
                <a:moveTo>
                  <a:pt x="1142796" y="809904"/>
                </a:moveTo>
                <a:lnTo>
                  <a:pt x="1141539" y="803706"/>
                </a:lnTo>
                <a:lnTo>
                  <a:pt x="1138135" y="798652"/>
                </a:lnTo>
                <a:lnTo>
                  <a:pt x="1133081" y="795248"/>
                </a:lnTo>
                <a:lnTo>
                  <a:pt x="1126896" y="794004"/>
                </a:lnTo>
                <a:lnTo>
                  <a:pt x="1120711" y="795248"/>
                </a:lnTo>
                <a:lnTo>
                  <a:pt x="1115656" y="798652"/>
                </a:lnTo>
                <a:lnTo>
                  <a:pt x="1112253" y="803706"/>
                </a:lnTo>
                <a:lnTo>
                  <a:pt x="1110996" y="809904"/>
                </a:lnTo>
                <a:lnTo>
                  <a:pt x="1112253" y="816089"/>
                </a:lnTo>
                <a:lnTo>
                  <a:pt x="1115656" y="821143"/>
                </a:lnTo>
                <a:lnTo>
                  <a:pt x="1120711" y="824547"/>
                </a:lnTo>
                <a:lnTo>
                  <a:pt x="1126896" y="825792"/>
                </a:lnTo>
                <a:lnTo>
                  <a:pt x="1133081" y="824547"/>
                </a:lnTo>
                <a:lnTo>
                  <a:pt x="1138135" y="821143"/>
                </a:lnTo>
                <a:lnTo>
                  <a:pt x="1141539" y="816089"/>
                </a:lnTo>
                <a:lnTo>
                  <a:pt x="1142796" y="809904"/>
                </a:lnTo>
                <a:close/>
              </a:path>
              <a:path w="1143000" h="1143000">
                <a:moveTo>
                  <a:pt x="1142796" y="651408"/>
                </a:moveTo>
                <a:lnTo>
                  <a:pt x="1141539" y="645210"/>
                </a:lnTo>
                <a:lnTo>
                  <a:pt x="1138135" y="640156"/>
                </a:lnTo>
                <a:lnTo>
                  <a:pt x="1133081" y="636752"/>
                </a:lnTo>
                <a:lnTo>
                  <a:pt x="1126896" y="635508"/>
                </a:lnTo>
                <a:lnTo>
                  <a:pt x="1120711" y="636752"/>
                </a:lnTo>
                <a:lnTo>
                  <a:pt x="1115656" y="640156"/>
                </a:lnTo>
                <a:lnTo>
                  <a:pt x="1112253" y="645210"/>
                </a:lnTo>
                <a:lnTo>
                  <a:pt x="1110996" y="651408"/>
                </a:lnTo>
                <a:lnTo>
                  <a:pt x="1112253" y="657593"/>
                </a:lnTo>
                <a:lnTo>
                  <a:pt x="1115656" y="662647"/>
                </a:lnTo>
                <a:lnTo>
                  <a:pt x="1120711" y="666051"/>
                </a:lnTo>
                <a:lnTo>
                  <a:pt x="1126896" y="667296"/>
                </a:lnTo>
                <a:lnTo>
                  <a:pt x="1133081" y="666051"/>
                </a:lnTo>
                <a:lnTo>
                  <a:pt x="1138135" y="662647"/>
                </a:lnTo>
                <a:lnTo>
                  <a:pt x="1141539" y="657593"/>
                </a:lnTo>
                <a:lnTo>
                  <a:pt x="1142796" y="651408"/>
                </a:lnTo>
                <a:close/>
              </a:path>
              <a:path w="1143000" h="1143000">
                <a:moveTo>
                  <a:pt x="1142796" y="492912"/>
                </a:moveTo>
                <a:lnTo>
                  <a:pt x="1141539" y="486714"/>
                </a:lnTo>
                <a:lnTo>
                  <a:pt x="1138135" y="481660"/>
                </a:lnTo>
                <a:lnTo>
                  <a:pt x="1133081" y="478256"/>
                </a:lnTo>
                <a:lnTo>
                  <a:pt x="1126896" y="477012"/>
                </a:lnTo>
                <a:lnTo>
                  <a:pt x="1120711" y="478256"/>
                </a:lnTo>
                <a:lnTo>
                  <a:pt x="1115656" y="481660"/>
                </a:lnTo>
                <a:lnTo>
                  <a:pt x="1112253" y="486714"/>
                </a:lnTo>
                <a:lnTo>
                  <a:pt x="1110996" y="492912"/>
                </a:lnTo>
                <a:lnTo>
                  <a:pt x="1112253" y="499097"/>
                </a:lnTo>
                <a:lnTo>
                  <a:pt x="1115656" y="504151"/>
                </a:lnTo>
                <a:lnTo>
                  <a:pt x="1120711" y="507555"/>
                </a:lnTo>
                <a:lnTo>
                  <a:pt x="1126896" y="508800"/>
                </a:lnTo>
                <a:lnTo>
                  <a:pt x="1133081" y="507555"/>
                </a:lnTo>
                <a:lnTo>
                  <a:pt x="1138135" y="504151"/>
                </a:lnTo>
                <a:lnTo>
                  <a:pt x="1141539" y="499097"/>
                </a:lnTo>
                <a:lnTo>
                  <a:pt x="1142796" y="492912"/>
                </a:lnTo>
                <a:close/>
              </a:path>
              <a:path w="1143000" h="1143000">
                <a:moveTo>
                  <a:pt x="1142796" y="332892"/>
                </a:moveTo>
                <a:lnTo>
                  <a:pt x="1141539" y="326694"/>
                </a:lnTo>
                <a:lnTo>
                  <a:pt x="1138135" y="321640"/>
                </a:lnTo>
                <a:lnTo>
                  <a:pt x="1133081" y="318236"/>
                </a:lnTo>
                <a:lnTo>
                  <a:pt x="1126896" y="316992"/>
                </a:lnTo>
                <a:lnTo>
                  <a:pt x="1120711" y="318236"/>
                </a:lnTo>
                <a:lnTo>
                  <a:pt x="1115656" y="321640"/>
                </a:lnTo>
                <a:lnTo>
                  <a:pt x="1112253" y="326694"/>
                </a:lnTo>
                <a:lnTo>
                  <a:pt x="1110996" y="332892"/>
                </a:lnTo>
                <a:lnTo>
                  <a:pt x="1112253" y="339077"/>
                </a:lnTo>
                <a:lnTo>
                  <a:pt x="1115656" y="344131"/>
                </a:lnTo>
                <a:lnTo>
                  <a:pt x="1120711" y="347535"/>
                </a:lnTo>
                <a:lnTo>
                  <a:pt x="1126896" y="348780"/>
                </a:lnTo>
                <a:lnTo>
                  <a:pt x="1133081" y="347535"/>
                </a:lnTo>
                <a:lnTo>
                  <a:pt x="1138135" y="344131"/>
                </a:lnTo>
                <a:lnTo>
                  <a:pt x="1141539" y="339077"/>
                </a:lnTo>
                <a:lnTo>
                  <a:pt x="1142796" y="332892"/>
                </a:lnTo>
                <a:close/>
              </a:path>
              <a:path w="1143000" h="1143000">
                <a:moveTo>
                  <a:pt x="1142796" y="174409"/>
                </a:moveTo>
                <a:lnTo>
                  <a:pt x="1141539" y="168211"/>
                </a:lnTo>
                <a:lnTo>
                  <a:pt x="1138135" y="163169"/>
                </a:lnTo>
                <a:lnTo>
                  <a:pt x="1133081" y="159753"/>
                </a:lnTo>
                <a:lnTo>
                  <a:pt x="1126896" y="158508"/>
                </a:lnTo>
                <a:lnTo>
                  <a:pt x="1120711" y="159753"/>
                </a:lnTo>
                <a:lnTo>
                  <a:pt x="1115656" y="163169"/>
                </a:lnTo>
                <a:lnTo>
                  <a:pt x="1112253" y="168211"/>
                </a:lnTo>
                <a:lnTo>
                  <a:pt x="1110996" y="174409"/>
                </a:lnTo>
                <a:lnTo>
                  <a:pt x="1112253" y="180594"/>
                </a:lnTo>
                <a:lnTo>
                  <a:pt x="1115656" y="185648"/>
                </a:lnTo>
                <a:lnTo>
                  <a:pt x="1120711" y="189052"/>
                </a:lnTo>
                <a:lnTo>
                  <a:pt x="1126896" y="190296"/>
                </a:lnTo>
                <a:lnTo>
                  <a:pt x="1133081" y="189052"/>
                </a:lnTo>
                <a:lnTo>
                  <a:pt x="1138135" y="185648"/>
                </a:lnTo>
                <a:lnTo>
                  <a:pt x="1141539" y="180594"/>
                </a:lnTo>
                <a:lnTo>
                  <a:pt x="1142796" y="174409"/>
                </a:lnTo>
                <a:close/>
              </a:path>
              <a:path w="1143000" h="1143000">
                <a:moveTo>
                  <a:pt x="1142796" y="15900"/>
                </a:moveTo>
                <a:lnTo>
                  <a:pt x="1141539" y="9702"/>
                </a:lnTo>
                <a:lnTo>
                  <a:pt x="1138135" y="4660"/>
                </a:lnTo>
                <a:lnTo>
                  <a:pt x="1133081" y="1244"/>
                </a:lnTo>
                <a:lnTo>
                  <a:pt x="1126896" y="0"/>
                </a:lnTo>
                <a:lnTo>
                  <a:pt x="1120711" y="1244"/>
                </a:lnTo>
                <a:lnTo>
                  <a:pt x="1115656" y="4660"/>
                </a:lnTo>
                <a:lnTo>
                  <a:pt x="1112253" y="9702"/>
                </a:lnTo>
                <a:lnTo>
                  <a:pt x="1110996" y="15900"/>
                </a:lnTo>
                <a:lnTo>
                  <a:pt x="1112253" y="22085"/>
                </a:lnTo>
                <a:lnTo>
                  <a:pt x="1115656" y="27139"/>
                </a:lnTo>
                <a:lnTo>
                  <a:pt x="1120711" y="30543"/>
                </a:lnTo>
                <a:lnTo>
                  <a:pt x="1126896" y="31788"/>
                </a:lnTo>
                <a:lnTo>
                  <a:pt x="1133081" y="30543"/>
                </a:lnTo>
                <a:lnTo>
                  <a:pt x="1138135" y="27139"/>
                </a:lnTo>
                <a:lnTo>
                  <a:pt x="1141539" y="22085"/>
                </a:lnTo>
                <a:lnTo>
                  <a:pt x="1142796" y="1590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FF180C7F-4C4A-40CF-9A6A-CF56988D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5943E8-68CE-4451-A8FF-5651E24BA111}"/>
              </a:ext>
            </a:extLst>
          </p:cNvPr>
          <p:cNvGrpSpPr/>
          <p:nvPr/>
        </p:nvGrpSpPr>
        <p:grpSpPr>
          <a:xfrm>
            <a:off x="9787183" y="6131461"/>
            <a:ext cx="2239011" cy="571500"/>
            <a:chOff x="9317735" y="5650991"/>
            <a:chExt cx="2239011" cy="571500"/>
          </a:xfrm>
        </p:grpSpPr>
        <p:sp>
          <p:nvSpPr>
            <p:cNvPr id="11" name="bg object 17">
              <a:extLst>
                <a:ext uri="{FF2B5EF4-FFF2-40B4-BE49-F238E27FC236}">
                  <a16:creationId xmlns:a16="http://schemas.microsoft.com/office/drawing/2014/main" id="{C4E12F67-9BC0-4B6C-ABA5-44A013F67CDD}"/>
                </a:ext>
              </a:extLst>
            </p:cNvPr>
            <p:cNvSpPr/>
            <p:nvPr/>
          </p:nvSpPr>
          <p:spPr>
            <a:xfrm>
              <a:off x="9317735" y="5650991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A9AF44D-847B-453C-B7BC-33B0DC8975D0}"/>
                </a:ext>
              </a:extLst>
            </p:cNvPr>
            <p:cNvSpPr/>
            <p:nvPr/>
          </p:nvSpPr>
          <p:spPr>
            <a:xfrm>
              <a:off x="9317736" y="5724156"/>
              <a:ext cx="2239010" cy="425450"/>
            </a:xfrm>
            <a:custGeom>
              <a:avLst/>
              <a:gdLst/>
              <a:ahLst/>
              <a:cxnLst/>
              <a:rect l="l" t="t" r="r" b="b"/>
              <a:pathLst>
                <a:path w="2239009" h="425450">
                  <a:moveTo>
                    <a:pt x="120230" y="401256"/>
                  </a:moveTo>
                  <a:lnTo>
                    <a:pt x="0" y="401256"/>
                  </a:lnTo>
                  <a:lnTo>
                    <a:pt x="0" y="416331"/>
                  </a:lnTo>
                  <a:lnTo>
                    <a:pt x="120230" y="416331"/>
                  </a:lnTo>
                  <a:lnTo>
                    <a:pt x="120230" y="401256"/>
                  </a:lnTo>
                  <a:close/>
                </a:path>
                <a:path w="2239009" h="425450">
                  <a:moveTo>
                    <a:pt x="120230" y="304888"/>
                  </a:moveTo>
                  <a:lnTo>
                    <a:pt x="0" y="304888"/>
                  </a:lnTo>
                  <a:lnTo>
                    <a:pt x="0" y="319951"/>
                  </a:lnTo>
                  <a:lnTo>
                    <a:pt x="120230" y="319951"/>
                  </a:lnTo>
                  <a:lnTo>
                    <a:pt x="120230" y="304888"/>
                  </a:lnTo>
                  <a:close/>
                </a:path>
                <a:path w="2239009" h="425450">
                  <a:moveTo>
                    <a:pt x="120230" y="204901"/>
                  </a:moveTo>
                  <a:lnTo>
                    <a:pt x="0" y="204901"/>
                  </a:lnTo>
                  <a:lnTo>
                    <a:pt x="0" y="219964"/>
                  </a:lnTo>
                  <a:lnTo>
                    <a:pt x="120230" y="219964"/>
                  </a:lnTo>
                  <a:lnTo>
                    <a:pt x="120230" y="204901"/>
                  </a:lnTo>
                  <a:close/>
                </a:path>
                <a:path w="2239009" h="425450">
                  <a:moveTo>
                    <a:pt x="120230" y="106260"/>
                  </a:moveTo>
                  <a:lnTo>
                    <a:pt x="0" y="106260"/>
                  </a:lnTo>
                  <a:lnTo>
                    <a:pt x="0" y="121335"/>
                  </a:lnTo>
                  <a:lnTo>
                    <a:pt x="120230" y="121335"/>
                  </a:lnTo>
                  <a:lnTo>
                    <a:pt x="120230" y="106260"/>
                  </a:lnTo>
                  <a:close/>
                </a:path>
                <a:path w="2239009" h="425450">
                  <a:moveTo>
                    <a:pt x="120230" y="10185"/>
                  </a:moveTo>
                  <a:lnTo>
                    <a:pt x="0" y="10185"/>
                  </a:lnTo>
                  <a:lnTo>
                    <a:pt x="0" y="25234"/>
                  </a:lnTo>
                  <a:lnTo>
                    <a:pt x="120230" y="25234"/>
                  </a:lnTo>
                  <a:lnTo>
                    <a:pt x="120230" y="10185"/>
                  </a:lnTo>
                  <a:close/>
                </a:path>
                <a:path w="2239009" h="425450">
                  <a:moveTo>
                    <a:pt x="550735" y="97955"/>
                  </a:moveTo>
                  <a:lnTo>
                    <a:pt x="540943" y="51308"/>
                  </a:lnTo>
                  <a:lnTo>
                    <a:pt x="509511" y="21107"/>
                  </a:lnTo>
                  <a:lnTo>
                    <a:pt x="463245" y="4851"/>
                  </a:lnTo>
                  <a:lnTo>
                    <a:pt x="408952" y="0"/>
                  </a:lnTo>
                  <a:lnTo>
                    <a:pt x="380466" y="1028"/>
                  </a:lnTo>
                  <a:lnTo>
                    <a:pt x="324675" y="10452"/>
                  </a:lnTo>
                  <a:lnTo>
                    <a:pt x="274320" y="32042"/>
                  </a:lnTo>
                  <a:lnTo>
                    <a:pt x="234048" y="68656"/>
                  </a:lnTo>
                  <a:lnTo>
                    <a:pt x="208483" y="123164"/>
                  </a:lnTo>
                  <a:lnTo>
                    <a:pt x="205600" y="154749"/>
                  </a:lnTo>
                  <a:lnTo>
                    <a:pt x="211162" y="182626"/>
                  </a:lnTo>
                  <a:lnTo>
                    <a:pt x="248818" y="222618"/>
                  </a:lnTo>
                  <a:lnTo>
                    <a:pt x="308508" y="244157"/>
                  </a:lnTo>
                  <a:lnTo>
                    <a:pt x="360629" y="257708"/>
                  </a:lnTo>
                  <a:lnTo>
                    <a:pt x="380822" y="264947"/>
                  </a:lnTo>
                  <a:lnTo>
                    <a:pt x="395503" y="274332"/>
                  </a:lnTo>
                  <a:lnTo>
                    <a:pt x="403428" y="287248"/>
                  </a:lnTo>
                  <a:lnTo>
                    <a:pt x="403402" y="305092"/>
                  </a:lnTo>
                  <a:lnTo>
                    <a:pt x="394042" y="322897"/>
                  </a:lnTo>
                  <a:lnTo>
                    <a:pt x="377088" y="335597"/>
                  </a:lnTo>
                  <a:lnTo>
                    <a:pt x="356311" y="343230"/>
                  </a:lnTo>
                  <a:lnTo>
                    <a:pt x="335521" y="345757"/>
                  </a:lnTo>
                  <a:lnTo>
                    <a:pt x="308470" y="341896"/>
                  </a:lnTo>
                  <a:lnTo>
                    <a:pt x="289204" y="330517"/>
                  </a:lnTo>
                  <a:lnTo>
                    <a:pt x="279184" y="311924"/>
                  </a:lnTo>
                  <a:lnTo>
                    <a:pt x="279857" y="286448"/>
                  </a:lnTo>
                  <a:lnTo>
                    <a:pt x="167017" y="286448"/>
                  </a:lnTo>
                  <a:lnTo>
                    <a:pt x="163322" y="320370"/>
                  </a:lnTo>
                  <a:lnTo>
                    <a:pt x="166306" y="348589"/>
                  </a:lnTo>
                  <a:lnTo>
                    <a:pt x="175310" y="371589"/>
                  </a:lnTo>
                  <a:lnTo>
                    <a:pt x="208648" y="403669"/>
                  </a:lnTo>
                  <a:lnTo>
                    <a:pt x="257911" y="420255"/>
                  </a:lnTo>
                  <a:lnTo>
                    <a:pt x="317665" y="424980"/>
                  </a:lnTo>
                  <a:lnTo>
                    <a:pt x="348932" y="423456"/>
                  </a:lnTo>
                  <a:lnTo>
                    <a:pt x="408813" y="411226"/>
                  </a:lnTo>
                  <a:lnTo>
                    <a:pt x="461098" y="386473"/>
                  </a:lnTo>
                  <a:lnTo>
                    <a:pt x="500913" y="348932"/>
                  </a:lnTo>
                  <a:lnTo>
                    <a:pt x="523379" y="298323"/>
                  </a:lnTo>
                  <a:lnTo>
                    <a:pt x="526884" y="265264"/>
                  </a:lnTo>
                  <a:lnTo>
                    <a:pt x="522681" y="238925"/>
                  </a:lnTo>
                  <a:lnTo>
                    <a:pt x="476567" y="190855"/>
                  </a:lnTo>
                  <a:lnTo>
                    <a:pt x="430606" y="175171"/>
                  </a:lnTo>
                  <a:lnTo>
                    <a:pt x="384314" y="163830"/>
                  </a:lnTo>
                  <a:lnTo>
                    <a:pt x="362788" y="157302"/>
                  </a:lnTo>
                  <a:lnTo>
                    <a:pt x="343408" y="148374"/>
                  </a:lnTo>
                  <a:lnTo>
                    <a:pt x="330492" y="135318"/>
                  </a:lnTo>
                  <a:lnTo>
                    <a:pt x="328371" y="116382"/>
                  </a:lnTo>
                  <a:lnTo>
                    <a:pt x="335356" y="101968"/>
                  </a:lnTo>
                  <a:lnTo>
                    <a:pt x="348475" y="90106"/>
                  </a:lnTo>
                  <a:lnTo>
                    <a:pt x="365633" y="82054"/>
                  </a:lnTo>
                  <a:lnTo>
                    <a:pt x="384784" y="79095"/>
                  </a:lnTo>
                  <a:lnTo>
                    <a:pt x="398157" y="79933"/>
                  </a:lnTo>
                  <a:lnTo>
                    <a:pt x="425488" y="92100"/>
                  </a:lnTo>
                  <a:lnTo>
                    <a:pt x="434263" y="117119"/>
                  </a:lnTo>
                  <a:lnTo>
                    <a:pt x="432562" y="128244"/>
                  </a:lnTo>
                  <a:lnTo>
                    <a:pt x="545388" y="128244"/>
                  </a:lnTo>
                  <a:lnTo>
                    <a:pt x="550735" y="97955"/>
                  </a:lnTo>
                  <a:close/>
                </a:path>
                <a:path w="2239009" h="425450">
                  <a:moveTo>
                    <a:pt x="958367" y="8458"/>
                  </a:moveTo>
                  <a:lnTo>
                    <a:pt x="648081" y="8458"/>
                  </a:lnTo>
                  <a:lnTo>
                    <a:pt x="561479" y="416407"/>
                  </a:lnTo>
                  <a:lnTo>
                    <a:pt x="871778" y="416407"/>
                  </a:lnTo>
                  <a:lnTo>
                    <a:pt x="888606" y="337286"/>
                  </a:lnTo>
                  <a:lnTo>
                    <a:pt x="691134" y="337286"/>
                  </a:lnTo>
                  <a:lnTo>
                    <a:pt x="709472" y="250837"/>
                  </a:lnTo>
                  <a:lnTo>
                    <a:pt x="891133" y="250837"/>
                  </a:lnTo>
                  <a:lnTo>
                    <a:pt x="907872" y="171780"/>
                  </a:lnTo>
                  <a:lnTo>
                    <a:pt x="726198" y="171780"/>
                  </a:lnTo>
                  <a:lnTo>
                    <a:pt x="744067" y="87566"/>
                  </a:lnTo>
                  <a:lnTo>
                    <a:pt x="941539" y="87566"/>
                  </a:lnTo>
                  <a:lnTo>
                    <a:pt x="958367" y="8458"/>
                  </a:lnTo>
                  <a:close/>
                </a:path>
                <a:path w="2239009" h="425450">
                  <a:moveTo>
                    <a:pt x="1419288" y="8458"/>
                  </a:moveTo>
                  <a:lnTo>
                    <a:pt x="1317739" y="8458"/>
                  </a:lnTo>
                  <a:lnTo>
                    <a:pt x="1253426" y="311289"/>
                  </a:lnTo>
                  <a:lnTo>
                    <a:pt x="1252105" y="312445"/>
                  </a:lnTo>
                  <a:lnTo>
                    <a:pt x="1180071" y="8458"/>
                  </a:lnTo>
                  <a:lnTo>
                    <a:pt x="1022108" y="8458"/>
                  </a:lnTo>
                  <a:lnTo>
                    <a:pt x="935507" y="416407"/>
                  </a:lnTo>
                  <a:lnTo>
                    <a:pt x="1037069" y="416407"/>
                  </a:lnTo>
                  <a:lnTo>
                    <a:pt x="1103363" y="103974"/>
                  </a:lnTo>
                  <a:lnTo>
                    <a:pt x="1104480" y="103974"/>
                  </a:lnTo>
                  <a:lnTo>
                    <a:pt x="1176413" y="416407"/>
                  </a:lnTo>
                  <a:lnTo>
                    <a:pt x="1332699" y="416407"/>
                  </a:lnTo>
                  <a:lnTo>
                    <a:pt x="1419288" y="8458"/>
                  </a:lnTo>
                  <a:close/>
                </a:path>
                <a:path w="2239009" h="425450">
                  <a:moveTo>
                    <a:pt x="1833689" y="416407"/>
                  </a:moveTo>
                  <a:lnTo>
                    <a:pt x="1819198" y="336740"/>
                  </a:lnTo>
                  <a:lnTo>
                    <a:pt x="1804822" y="257644"/>
                  </a:lnTo>
                  <a:lnTo>
                    <a:pt x="1759508" y="8458"/>
                  </a:lnTo>
                  <a:lnTo>
                    <a:pt x="1685124" y="8458"/>
                  </a:lnTo>
                  <a:lnTo>
                    <a:pt x="1685124" y="257644"/>
                  </a:lnTo>
                  <a:lnTo>
                    <a:pt x="1576235" y="257644"/>
                  </a:lnTo>
                  <a:lnTo>
                    <a:pt x="1667535" y="88112"/>
                  </a:lnTo>
                  <a:lnTo>
                    <a:pt x="1669224" y="88112"/>
                  </a:lnTo>
                  <a:lnTo>
                    <a:pt x="1685124" y="257644"/>
                  </a:lnTo>
                  <a:lnTo>
                    <a:pt x="1685124" y="8458"/>
                  </a:lnTo>
                  <a:lnTo>
                    <a:pt x="1621840" y="8458"/>
                  </a:lnTo>
                  <a:lnTo>
                    <a:pt x="1374432" y="416407"/>
                  </a:lnTo>
                  <a:lnTo>
                    <a:pt x="1487297" y="416407"/>
                  </a:lnTo>
                  <a:lnTo>
                    <a:pt x="1530718" y="336740"/>
                  </a:lnTo>
                  <a:lnTo>
                    <a:pt x="1696034" y="336740"/>
                  </a:lnTo>
                  <a:lnTo>
                    <a:pt x="1706181" y="416407"/>
                  </a:lnTo>
                  <a:lnTo>
                    <a:pt x="1833689" y="416407"/>
                  </a:lnTo>
                  <a:close/>
                </a:path>
                <a:path w="2239009" h="425450">
                  <a:moveTo>
                    <a:pt x="2075992" y="8458"/>
                  </a:moveTo>
                  <a:lnTo>
                    <a:pt x="1963166" y="8458"/>
                  </a:lnTo>
                  <a:lnTo>
                    <a:pt x="1876552" y="416407"/>
                  </a:lnTo>
                  <a:lnTo>
                    <a:pt x="1989404" y="416407"/>
                  </a:lnTo>
                  <a:lnTo>
                    <a:pt x="2075992" y="8458"/>
                  </a:lnTo>
                  <a:close/>
                </a:path>
                <a:path w="2239009" h="425450">
                  <a:moveTo>
                    <a:pt x="2238603" y="401256"/>
                  </a:moveTo>
                  <a:lnTo>
                    <a:pt x="2118372" y="401256"/>
                  </a:lnTo>
                  <a:lnTo>
                    <a:pt x="2118372" y="416331"/>
                  </a:lnTo>
                  <a:lnTo>
                    <a:pt x="2238603" y="416331"/>
                  </a:lnTo>
                  <a:lnTo>
                    <a:pt x="2238603" y="401256"/>
                  </a:lnTo>
                  <a:close/>
                </a:path>
                <a:path w="2239009" h="425450">
                  <a:moveTo>
                    <a:pt x="2238603" y="304888"/>
                  </a:moveTo>
                  <a:lnTo>
                    <a:pt x="2118372" y="304888"/>
                  </a:lnTo>
                  <a:lnTo>
                    <a:pt x="2118372" y="319951"/>
                  </a:lnTo>
                  <a:lnTo>
                    <a:pt x="2238603" y="319951"/>
                  </a:lnTo>
                  <a:lnTo>
                    <a:pt x="2238603" y="304888"/>
                  </a:lnTo>
                  <a:close/>
                </a:path>
                <a:path w="2239009" h="425450">
                  <a:moveTo>
                    <a:pt x="2238603" y="204901"/>
                  </a:moveTo>
                  <a:lnTo>
                    <a:pt x="2118372" y="204901"/>
                  </a:lnTo>
                  <a:lnTo>
                    <a:pt x="2118372" y="219964"/>
                  </a:lnTo>
                  <a:lnTo>
                    <a:pt x="2238603" y="219964"/>
                  </a:lnTo>
                  <a:lnTo>
                    <a:pt x="2238603" y="204901"/>
                  </a:lnTo>
                  <a:close/>
                </a:path>
                <a:path w="2239009" h="425450">
                  <a:moveTo>
                    <a:pt x="2238603" y="106260"/>
                  </a:moveTo>
                  <a:lnTo>
                    <a:pt x="2118372" y="106260"/>
                  </a:lnTo>
                  <a:lnTo>
                    <a:pt x="2118372" y="121335"/>
                  </a:lnTo>
                  <a:lnTo>
                    <a:pt x="2238603" y="121335"/>
                  </a:lnTo>
                  <a:lnTo>
                    <a:pt x="2238603" y="106260"/>
                  </a:lnTo>
                  <a:close/>
                </a:path>
                <a:path w="2239009" h="425450">
                  <a:moveTo>
                    <a:pt x="2238603" y="10185"/>
                  </a:moveTo>
                  <a:lnTo>
                    <a:pt x="2118372" y="10185"/>
                  </a:lnTo>
                  <a:lnTo>
                    <a:pt x="2118372" y="25234"/>
                  </a:lnTo>
                  <a:lnTo>
                    <a:pt x="2238603" y="25234"/>
                  </a:lnTo>
                  <a:lnTo>
                    <a:pt x="2238603" y="101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Holder 3">
            <a:extLst>
              <a:ext uri="{FF2B5EF4-FFF2-40B4-BE49-F238E27FC236}">
                <a16:creationId xmlns:a16="http://schemas.microsoft.com/office/drawing/2014/main" id="{A5EAD103-3AAF-4922-A6E1-F18C27C64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3610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2">
            <a:extLst>
              <a:ext uri="{FF2B5EF4-FFF2-40B4-BE49-F238E27FC236}">
                <a16:creationId xmlns:a16="http://schemas.microsoft.com/office/drawing/2014/main" id="{D5661909-6A74-47DA-A69B-B62FC1FD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</p:spPr>
        <p:txBody>
          <a:bodyPr lIns="0" tIns="0" rIns="0" bIns="0"/>
          <a:lstStyle>
            <a:lvl1pPr algn="just">
              <a:defRPr sz="2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296E04F6-2A7F-4447-B76A-3DF2E1A8C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3"/>
            <a:ext cx="10647658" cy="4282605"/>
          </a:xfrm>
          <a:prstGeom prst="rect">
            <a:avLst/>
          </a:prstGeom>
        </p:spPr>
        <p:txBody>
          <a:bodyPr lIns="0" tIns="0" rIns="0" bIns="0"/>
          <a:lstStyle>
            <a:lvl1pPr algn="just">
              <a:lnSpc>
                <a:spcPct val="150000"/>
              </a:lnSpc>
              <a:defRPr sz="18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4653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761988"/>
            <a:ext cx="12192000" cy="95885"/>
          </a:xfrm>
          <a:custGeom>
            <a:avLst/>
            <a:gdLst/>
            <a:ahLst/>
            <a:cxnLst/>
            <a:rect l="l" t="t" r="r" b="b"/>
            <a:pathLst>
              <a:path w="12192000" h="95884">
                <a:moveTo>
                  <a:pt x="12192000" y="0"/>
                </a:moveTo>
                <a:lnTo>
                  <a:pt x="0" y="0"/>
                </a:lnTo>
                <a:lnTo>
                  <a:pt x="0" y="95757"/>
                </a:lnTo>
                <a:lnTo>
                  <a:pt x="12192000" y="95757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A76F27D-44DD-466F-A867-369B0D8A5FE9}"/>
              </a:ext>
            </a:extLst>
          </p:cNvPr>
          <p:cNvGrpSpPr/>
          <p:nvPr/>
        </p:nvGrpSpPr>
        <p:grpSpPr>
          <a:xfrm>
            <a:off x="9317735" y="794321"/>
            <a:ext cx="2239011" cy="571500"/>
            <a:chOff x="9317735" y="635508"/>
            <a:chExt cx="2239011" cy="571500"/>
          </a:xfrm>
        </p:grpSpPr>
        <p:sp>
          <p:nvSpPr>
            <p:cNvPr id="14" name="bg object 82">
              <a:extLst>
                <a:ext uri="{FF2B5EF4-FFF2-40B4-BE49-F238E27FC236}">
                  <a16:creationId xmlns:a16="http://schemas.microsoft.com/office/drawing/2014/main" id="{504116C1-A21B-4D66-BB38-9C32D3371C84}"/>
                </a:ext>
              </a:extLst>
            </p:cNvPr>
            <p:cNvSpPr/>
            <p:nvPr/>
          </p:nvSpPr>
          <p:spPr>
            <a:xfrm>
              <a:off x="9317735" y="635508"/>
              <a:ext cx="2239010" cy="571500"/>
            </a:xfrm>
            <a:custGeom>
              <a:avLst/>
              <a:gdLst/>
              <a:ahLst/>
              <a:cxnLst/>
              <a:rect l="l" t="t" r="r" b="b"/>
              <a:pathLst>
                <a:path w="2239009" h="571500">
                  <a:moveTo>
                    <a:pt x="2238629" y="0"/>
                  </a:moveTo>
                  <a:lnTo>
                    <a:pt x="0" y="0"/>
                  </a:lnTo>
                  <a:lnTo>
                    <a:pt x="0" y="571144"/>
                  </a:lnTo>
                  <a:lnTo>
                    <a:pt x="2238629" y="571144"/>
                  </a:lnTo>
                  <a:lnTo>
                    <a:pt x="2238629" y="0"/>
                  </a:lnTo>
                  <a:close/>
                </a:path>
              </a:pathLst>
            </a:custGeom>
            <a:solidFill>
              <a:srgbClr val="E1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83">
              <a:extLst>
                <a:ext uri="{FF2B5EF4-FFF2-40B4-BE49-F238E27FC236}">
                  <a16:creationId xmlns:a16="http://schemas.microsoft.com/office/drawing/2014/main" id="{2750E6C0-F90E-4914-9E91-6C4DFC730531}"/>
                </a:ext>
              </a:extLst>
            </p:cNvPr>
            <p:cNvSpPr/>
            <p:nvPr/>
          </p:nvSpPr>
          <p:spPr>
            <a:xfrm>
              <a:off x="9317736" y="708659"/>
              <a:ext cx="2239010" cy="423545"/>
            </a:xfrm>
            <a:custGeom>
              <a:avLst/>
              <a:gdLst/>
              <a:ahLst/>
              <a:cxnLst/>
              <a:rect l="l" t="t" r="r" b="b"/>
              <a:pathLst>
                <a:path w="2239009" h="423544">
                  <a:moveTo>
                    <a:pt x="120230" y="399821"/>
                  </a:moveTo>
                  <a:lnTo>
                    <a:pt x="0" y="399821"/>
                  </a:lnTo>
                  <a:lnTo>
                    <a:pt x="0" y="414845"/>
                  </a:lnTo>
                  <a:lnTo>
                    <a:pt x="120230" y="414845"/>
                  </a:lnTo>
                  <a:lnTo>
                    <a:pt x="120230" y="399821"/>
                  </a:lnTo>
                  <a:close/>
                </a:path>
                <a:path w="2239009" h="423544">
                  <a:moveTo>
                    <a:pt x="120230" y="303809"/>
                  </a:moveTo>
                  <a:lnTo>
                    <a:pt x="0" y="303809"/>
                  </a:lnTo>
                  <a:lnTo>
                    <a:pt x="0" y="318808"/>
                  </a:lnTo>
                  <a:lnTo>
                    <a:pt x="120230" y="318808"/>
                  </a:lnTo>
                  <a:lnTo>
                    <a:pt x="120230" y="303809"/>
                  </a:lnTo>
                  <a:close/>
                </a:path>
                <a:path w="2239009" h="423544">
                  <a:moveTo>
                    <a:pt x="120230" y="204177"/>
                  </a:moveTo>
                  <a:lnTo>
                    <a:pt x="0" y="204177"/>
                  </a:lnTo>
                  <a:lnTo>
                    <a:pt x="0" y="219189"/>
                  </a:lnTo>
                  <a:lnTo>
                    <a:pt x="120230" y="219189"/>
                  </a:lnTo>
                  <a:lnTo>
                    <a:pt x="120230" y="204177"/>
                  </a:lnTo>
                  <a:close/>
                </a:path>
                <a:path w="2239009" h="423544">
                  <a:moveTo>
                    <a:pt x="120230" y="105879"/>
                  </a:moveTo>
                  <a:lnTo>
                    <a:pt x="0" y="105879"/>
                  </a:lnTo>
                  <a:lnTo>
                    <a:pt x="0" y="120916"/>
                  </a:lnTo>
                  <a:lnTo>
                    <a:pt x="120230" y="120916"/>
                  </a:lnTo>
                  <a:lnTo>
                    <a:pt x="120230" y="105879"/>
                  </a:lnTo>
                  <a:close/>
                </a:path>
                <a:path w="2239009" h="423544">
                  <a:moveTo>
                    <a:pt x="120230" y="10160"/>
                  </a:moveTo>
                  <a:lnTo>
                    <a:pt x="0" y="10160"/>
                  </a:lnTo>
                  <a:lnTo>
                    <a:pt x="0" y="25158"/>
                  </a:lnTo>
                  <a:lnTo>
                    <a:pt x="120230" y="25158"/>
                  </a:lnTo>
                  <a:lnTo>
                    <a:pt x="120230" y="10160"/>
                  </a:lnTo>
                  <a:close/>
                </a:path>
                <a:path w="2239009" h="423544">
                  <a:moveTo>
                    <a:pt x="550735" y="97612"/>
                  </a:moveTo>
                  <a:lnTo>
                    <a:pt x="540943" y="51117"/>
                  </a:lnTo>
                  <a:lnTo>
                    <a:pt x="509511" y="21043"/>
                  </a:lnTo>
                  <a:lnTo>
                    <a:pt x="463245" y="4838"/>
                  </a:lnTo>
                  <a:lnTo>
                    <a:pt x="408952" y="0"/>
                  </a:lnTo>
                  <a:lnTo>
                    <a:pt x="380466" y="1041"/>
                  </a:lnTo>
                  <a:lnTo>
                    <a:pt x="324675" y="10426"/>
                  </a:lnTo>
                  <a:lnTo>
                    <a:pt x="274320" y="31940"/>
                  </a:lnTo>
                  <a:lnTo>
                    <a:pt x="234048" y="68414"/>
                  </a:lnTo>
                  <a:lnTo>
                    <a:pt x="208483" y="122732"/>
                  </a:lnTo>
                  <a:lnTo>
                    <a:pt x="205600" y="154203"/>
                  </a:lnTo>
                  <a:lnTo>
                    <a:pt x="211162" y="181978"/>
                  </a:lnTo>
                  <a:lnTo>
                    <a:pt x="248818" y="221818"/>
                  </a:lnTo>
                  <a:lnTo>
                    <a:pt x="308508" y="243281"/>
                  </a:lnTo>
                  <a:lnTo>
                    <a:pt x="360629" y="256781"/>
                  </a:lnTo>
                  <a:lnTo>
                    <a:pt x="380822" y="263994"/>
                  </a:lnTo>
                  <a:lnTo>
                    <a:pt x="395503" y="273354"/>
                  </a:lnTo>
                  <a:lnTo>
                    <a:pt x="403428" y="286232"/>
                  </a:lnTo>
                  <a:lnTo>
                    <a:pt x="403402" y="304012"/>
                  </a:lnTo>
                  <a:lnTo>
                    <a:pt x="394042" y="321741"/>
                  </a:lnTo>
                  <a:lnTo>
                    <a:pt x="377088" y="334403"/>
                  </a:lnTo>
                  <a:lnTo>
                    <a:pt x="356311" y="341998"/>
                  </a:lnTo>
                  <a:lnTo>
                    <a:pt x="335521" y="344525"/>
                  </a:lnTo>
                  <a:lnTo>
                    <a:pt x="308470" y="340677"/>
                  </a:lnTo>
                  <a:lnTo>
                    <a:pt x="289204" y="329323"/>
                  </a:lnTo>
                  <a:lnTo>
                    <a:pt x="279184" y="310819"/>
                  </a:lnTo>
                  <a:lnTo>
                    <a:pt x="279857" y="285432"/>
                  </a:lnTo>
                  <a:lnTo>
                    <a:pt x="167017" y="285432"/>
                  </a:lnTo>
                  <a:lnTo>
                    <a:pt x="163322" y="319227"/>
                  </a:lnTo>
                  <a:lnTo>
                    <a:pt x="166306" y="347357"/>
                  </a:lnTo>
                  <a:lnTo>
                    <a:pt x="175310" y="370255"/>
                  </a:lnTo>
                  <a:lnTo>
                    <a:pt x="208648" y="402221"/>
                  </a:lnTo>
                  <a:lnTo>
                    <a:pt x="257911" y="418744"/>
                  </a:lnTo>
                  <a:lnTo>
                    <a:pt x="317665" y="423456"/>
                  </a:lnTo>
                  <a:lnTo>
                    <a:pt x="348932" y="421944"/>
                  </a:lnTo>
                  <a:lnTo>
                    <a:pt x="408813" y="409752"/>
                  </a:lnTo>
                  <a:lnTo>
                    <a:pt x="461098" y="385089"/>
                  </a:lnTo>
                  <a:lnTo>
                    <a:pt x="500913" y="347687"/>
                  </a:lnTo>
                  <a:lnTo>
                    <a:pt x="523379" y="297243"/>
                  </a:lnTo>
                  <a:lnTo>
                    <a:pt x="526884" y="264312"/>
                  </a:lnTo>
                  <a:lnTo>
                    <a:pt x="522681" y="238074"/>
                  </a:lnTo>
                  <a:lnTo>
                    <a:pt x="476567" y="190169"/>
                  </a:lnTo>
                  <a:lnTo>
                    <a:pt x="430606" y="174561"/>
                  </a:lnTo>
                  <a:lnTo>
                    <a:pt x="384314" y="163258"/>
                  </a:lnTo>
                  <a:lnTo>
                    <a:pt x="362788" y="156730"/>
                  </a:lnTo>
                  <a:lnTo>
                    <a:pt x="343408" y="147840"/>
                  </a:lnTo>
                  <a:lnTo>
                    <a:pt x="330492" y="134835"/>
                  </a:lnTo>
                  <a:lnTo>
                    <a:pt x="328371" y="115963"/>
                  </a:lnTo>
                  <a:lnTo>
                    <a:pt x="335356" y="101612"/>
                  </a:lnTo>
                  <a:lnTo>
                    <a:pt x="348475" y="89789"/>
                  </a:lnTo>
                  <a:lnTo>
                    <a:pt x="365633" y="81762"/>
                  </a:lnTo>
                  <a:lnTo>
                    <a:pt x="384784" y="78816"/>
                  </a:lnTo>
                  <a:lnTo>
                    <a:pt x="398157" y="79654"/>
                  </a:lnTo>
                  <a:lnTo>
                    <a:pt x="425488" y="91770"/>
                  </a:lnTo>
                  <a:lnTo>
                    <a:pt x="434263" y="116700"/>
                  </a:lnTo>
                  <a:lnTo>
                    <a:pt x="432562" y="127787"/>
                  </a:lnTo>
                  <a:lnTo>
                    <a:pt x="545388" y="127787"/>
                  </a:lnTo>
                  <a:lnTo>
                    <a:pt x="550735" y="97612"/>
                  </a:lnTo>
                  <a:close/>
                </a:path>
                <a:path w="2239009" h="423544">
                  <a:moveTo>
                    <a:pt x="958367" y="8445"/>
                  </a:moveTo>
                  <a:lnTo>
                    <a:pt x="648081" y="8445"/>
                  </a:lnTo>
                  <a:lnTo>
                    <a:pt x="561479" y="414921"/>
                  </a:lnTo>
                  <a:lnTo>
                    <a:pt x="871778" y="414921"/>
                  </a:lnTo>
                  <a:lnTo>
                    <a:pt x="888606" y="336092"/>
                  </a:lnTo>
                  <a:lnTo>
                    <a:pt x="691134" y="336092"/>
                  </a:lnTo>
                  <a:lnTo>
                    <a:pt x="709472" y="249961"/>
                  </a:lnTo>
                  <a:lnTo>
                    <a:pt x="891133" y="249961"/>
                  </a:lnTo>
                  <a:lnTo>
                    <a:pt x="907872" y="171170"/>
                  </a:lnTo>
                  <a:lnTo>
                    <a:pt x="726198" y="171170"/>
                  </a:lnTo>
                  <a:lnTo>
                    <a:pt x="744067" y="87261"/>
                  </a:lnTo>
                  <a:lnTo>
                    <a:pt x="941539" y="87261"/>
                  </a:lnTo>
                  <a:lnTo>
                    <a:pt x="958367" y="8445"/>
                  </a:lnTo>
                  <a:close/>
                </a:path>
                <a:path w="2239009" h="423544">
                  <a:moveTo>
                    <a:pt x="1419288" y="8445"/>
                  </a:moveTo>
                  <a:lnTo>
                    <a:pt x="1317739" y="8445"/>
                  </a:lnTo>
                  <a:lnTo>
                    <a:pt x="1253426" y="310184"/>
                  </a:lnTo>
                  <a:lnTo>
                    <a:pt x="1252105" y="311340"/>
                  </a:lnTo>
                  <a:lnTo>
                    <a:pt x="1180071" y="8445"/>
                  </a:lnTo>
                  <a:lnTo>
                    <a:pt x="1022108" y="8445"/>
                  </a:lnTo>
                  <a:lnTo>
                    <a:pt x="935507" y="414921"/>
                  </a:lnTo>
                  <a:lnTo>
                    <a:pt x="1037069" y="414921"/>
                  </a:lnTo>
                  <a:lnTo>
                    <a:pt x="1103363" y="103606"/>
                  </a:lnTo>
                  <a:lnTo>
                    <a:pt x="1104480" y="103606"/>
                  </a:lnTo>
                  <a:lnTo>
                    <a:pt x="1176413" y="414921"/>
                  </a:lnTo>
                  <a:lnTo>
                    <a:pt x="1332699" y="414921"/>
                  </a:lnTo>
                  <a:lnTo>
                    <a:pt x="1419288" y="8445"/>
                  </a:lnTo>
                  <a:close/>
                </a:path>
                <a:path w="2239009" h="423544">
                  <a:moveTo>
                    <a:pt x="1833689" y="414921"/>
                  </a:moveTo>
                  <a:lnTo>
                    <a:pt x="1819198" y="335534"/>
                  </a:lnTo>
                  <a:lnTo>
                    <a:pt x="1804809" y="256717"/>
                  </a:lnTo>
                  <a:lnTo>
                    <a:pt x="1759508" y="8445"/>
                  </a:lnTo>
                  <a:lnTo>
                    <a:pt x="1685124" y="8445"/>
                  </a:lnTo>
                  <a:lnTo>
                    <a:pt x="1685124" y="256717"/>
                  </a:lnTo>
                  <a:lnTo>
                    <a:pt x="1576235" y="256717"/>
                  </a:lnTo>
                  <a:lnTo>
                    <a:pt x="1667535" y="87807"/>
                  </a:lnTo>
                  <a:lnTo>
                    <a:pt x="1669224" y="87807"/>
                  </a:lnTo>
                  <a:lnTo>
                    <a:pt x="1685124" y="256717"/>
                  </a:lnTo>
                  <a:lnTo>
                    <a:pt x="1685124" y="8445"/>
                  </a:lnTo>
                  <a:lnTo>
                    <a:pt x="1621840" y="8445"/>
                  </a:lnTo>
                  <a:lnTo>
                    <a:pt x="1374432" y="414921"/>
                  </a:lnTo>
                  <a:lnTo>
                    <a:pt x="1487297" y="414921"/>
                  </a:lnTo>
                  <a:lnTo>
                    <a:pt x="1530718" y="335534"/>
                  </a:lnTo>
                  <a:lnTo>
                    <a:pt x="1696034" y="335534"/>
                  </a:lnTo>
                  <a:lnTo>
                    <a:pt x="1706181" y="414921"/>
                  </a:lnTo>
                  <a:lnTo>
                    <a:pt x="1833689" y="414921"/>
                  </a:lnTo>
                  <a:close/>
                </a:path>
                <a:path w="2239009" h="423544">
                  <a:moveTo>
                    <a:pt x="2075992" y="8445"/>
                  </a:moveTo>
                  <a:lnTo>
                    <a:pt x="1963166" y="8445"/>
                  </a:lnTo>
                  <a:lnTo>
                    <a:pt x="1876552" y="414921"/>
                  </a:lnTo>
                  <a:lnTo>
                    <a:pt x="1989404" y="414921"/>
                  </a:lnTo>
                  <a:lnTo>
                    <a:pt x="2075992" y="8445"/>
                  </a:lnTo>
                  <a:close/>
                </a:path>
                <a:path w="2239009" h="423544">
                  <a:moveTo>
                    <a:pt x="2238603" y="399821"/>
                  </a:moveTo>
                  <a:lnTo>
                    <a:pt x="2118372" y="399821"/>
                  </a:lnTo>
                  <a:lnTo>
                    <a:pt x="2118372" y="414845"/>
                  </a:lnTo>
                  <a:lnTo>
                    <a:pt x="2238603" y="414845"/>
                  </a:lnTo>
                  <a:lnTo>
                    <a:pt x="2238603" y="399821"/>
                  </a:lnTo>
                  <a:close/>
                </a:path>
                <a:path w="2239009" h="423544">
                  <a:moveTo>
                    <a:pt x="2238603" y="303809"/>
                  </a:moveTo>
                  <a:lnTo>
                    <a:pt x="2118372" y="303809"/>
                  </a:lnTo>
                  <a:lnTo>
                    <a:pt x="2118372" y="318808"/>
                  </a:lnTo>
                  <a:lnTo>
                    <a:pt x="2238603" y="318808"/>
                  </a:lnTo>
                  <a:lnTo>
                    <a:pt x="2238603" y="303809"/>
                  </a:lnTo>
                  <a:close/>
                </a:path>
                <a:path w="2239009" h="423544">
                  <a:moveTo>
                    <a:pt x="2238603" y="204177"/>
                  </a:moveTo>
                  <a:lnTo>
                    <a:pt x="2118372" y="204177"/>
                  </a:lnTo>
                  <a:lnTo>
                    <a:pt x="2118372" y="219189"/>
                  </a:lnTo>
                  <a:lnTo>
                    <a:pt x="2238603" y="219189"/>
                  </a:lnTo>
                  <a:lnTo>
                    <a:pt x="2238603" y="204177"/>
                  </a:lnTo>
                  <a:close/>
                </a:path>
                <a:path w="2239009" h="423544">
                  <a:moveTo>
                    <a:pt x="2238603" y="105879"/>
                  </a:moveTo>
                  <a:lnTo>
                    <a:pt x="2118372" y="105879"/>
                  </a:lnTo>
                  <a:lnTo>
                    <a:pt x="2118372" y="120916"/>
                  </a:lnTo>
                  <a:lnTo>
                    <a:pt x="2238603" y="120916"/>
                  </a:lnTo>
                  <a:lnTo>
                    <a:pt x="2238603" y="105879"/>
                  </a:lnTo>
                  <a:close/>
                </a:path>
                <a:path w="2239009" h="423544">
                  <a:moveTo>
                    <a:pt x="2238603" y="10160"/>
                  </a:moveTo>
                  <a:lnTo>
                    <a:pt x="2118372" y="10160"/>
                  </a:lnTo>
                  <a:lnTo>
                    <a:pt x="2118372" y="25158"/>
                  </a:lnTo>
                  <a:lnTo>
                    <a:pt x="2238603" y="25158"/>
                  </a:lnTo>
                  <a:lnTo>
                    <a:pt x="2238603" y="10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bg object 81">
            <a:extLst>
              <a:ext uri="{FF2B5EF4-FFF2-40B4-BE49-F238E27FC236}">
                <a16:creationId xmlns:a16="http://schemas.microsoft.com/office/drawing/2014/main" id="{3194E5FB-36F5-4F05-825E-FF9D34CE3A11}"/>
              </a:ext>
            </a:extLst>
          </p:cNvPr>
          <p:cNvSpPr/>
          <p:nvPr/>
        </p:nvSpPr>
        <p:spPr>
          <a:xfrm>
            <a:off x="636269" y="635889"/>
            <a:ext cx="0" cy="888365"/>
          </a:xfrm>
          <a:custGeom>
            <a:avLst/>
            <a:gdLst/>
            <a:ahLst/>
            <a:cxnLst/>
            <a:rect l="l" t="t" r="r" b="b"/>
            <a:pathLst>
              <a:path h="888365">
                <a:moveTo>
                  <a:pt x="0" y="0"/>
                </a:moveTo>
                <a:lnTo>
                  <a:pt x="0" y="888314"/>
                </a:lnTo>
              </a:path>
            </a:pathLst>
          </a:custGeom>
          <a:ln w="104711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175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799071"/>
            <a:ext cx="11007306" cy="2282394"/>
          </a:xfrm>
        </p:spPr>
        <p:txBody>
          <a:bodyPr/>
          <a:lstStyle/>
          <a:p>
            <a:r>
              <a:rPr lang="pt-BR" b="1" dirty="0"/>
              <a:t>Desafio 1: Verificação de Triângulo Válido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6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Escreva um programa que receba três números representando os lados de um triângulo. O programa deve verificar se os valores fornecidos formam um triângulo válido, utilizando a condição de existência: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B &gt; C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+ C &gt; B</a:t>
            </a:r>
          </a:p>
          <a:p>
            <a:pPr marL="1143000" lvl="2" indent="-2286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+ C &gt; A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4220008"/>
            <a:ext cx="11007306" cy="228239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2: Classificação de Triângulos (Aproveite o Desafio 01)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dirty="0"/>
              <a:t>Crie um programa que receba três números, que você já sabe serem lados de um triângulo válido. O programa deve classificar o triângulo nos seguintes tipos:</a:t>
            </a:r>
          </a:p>
          <a:p>
            <a:pPr lvl="2">
              <a:spcBef>
                <a:spcPts val="0"/>
              </a:spcBef>
            </a:pPr>
            <a:r>
              <a:rPr lang="pt-BR" dirty="0"/>
              <a:t>Equilátero: Todos os lados iguais.</a:t>
            </a:r>
          </a:p>
          <a:p>
            <a:pPr lvl="2">
              <a:spcBef>
                <a:spcPts val="0"/>
              </a:spcBef>
            </a:pPr>
            <a:r>
              <a:rPr lang="pt-BR" dirty="0"/>
              <a:t>Isósceles: Dois lados iguais.</a:t>
            </a:r>
          </a:p>
          <a:p>
            <a:pPr lvl="2">
              <a:spcBef>
                <a:spcPts val="0"/>
              </a:spcBef>
            </a:pPr>
            <a:r>
              <a:rPr lang="pt-BR" dirty="0"/>
              <a:t>Escaleno: Todos os lados diferentes.</a:t>
            </a:r>
          </a:p>
        </p:txBody>
      </p:sp>
    </p:spTree>
    <p:extLst>
      <p:ext uri="{BB962C8B-B14F-4D97-AF65-F5344CB8AC3E}">
        <p14:creationId xmlns:p14="http://schemas.microsoft.com/office/powerpoint/2010/main" val="84409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6263"/>
            <a:ext cx="11007306" cy="1968356"/>
          </a:xfrm>
        </p:spPr>
        <p:txBody>
          <a:bodyPr/>
          <a:lstStyle/>
          <a:p>
            <a:r>
              <a:rPr lang="pt-BR" b="1" dirty="0"/>
              <a:t>Desafio 3: Calculadora de Seguro de Automóveis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pt-BR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sua idade, sexo e anos de experiência como motorista. Calcule o valor do seguro: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homens com menos de 25 anos e menos de 2 anos de experiência: R$ 2000.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mulheres com menos de 25 anos e menos de 2 anos de experiência: R$ 1800.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motoristas com mais de 25 anos ou mais de 2 anos de experiência: R$ 1200.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24BCCAB-8E95-490E-BD25-F48FCF466264}"/>
              </a:ext>
            </a:extLst>
          </p:cNvPr>
          <p:cNvSpPr txBox="1">
            <a:spLocks/>
          </p:cNvSpPr>
          <p:nvPr/>
        </p:nvSpPr>
        <p:spPr>
          <a:xfrm>
            <a:off x="661620" y="4035224"/>
            <a:ext cx="11007306" cy="235634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4: Sistema de Descontos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Peça o valor de uma compra e o número de itens adquiridos. Calcule o desconto:</a:t>
            </a:r>
          </a:p>
          <a:p>
            <a:pPr lvl="2">
              <a:spcBef>
                <a:spcPts val="0"/>
              </a:spcBef>
            </a:pPr>
            <a:r>
              <a:rPr lang="pt-BR" dirty="0"/>
              <a:t>Se o valor total for maior que R$ 300 ou o número de itens maior que 3, aplique 5%.</a:t>
            </a:r>
          </a:p>
          <a:p>
            <a:pPr lvl="2">
              <a:spcBef>
                <a:spcPts val="0"/>
              </a:spcBef>
            </a:pPr>
            <a:r>
              <a:rPr lang="pt-BR" dirty="0"/>
              <a:t>Se o valor total for maior que R$ 500 ou o número de itens maior que 5, aplique 10%.</a:t>
            </a:r>
          </a:p>
          <a:p>
            <a:pPr lvl="2">
              <a:spcBef>
                <a:spcPts val="0"/>
              </a:spcBef>
            </a:pPr>
            <a:r>
              <a:rPr lang="pt-BR" dirty="0"/>
              <a:t>Se o valor total for maior que R$ 1000, aplique 20%.</a:t>
            </a:r>
          </a:p>
          <a:p>
            <a:pPr lvl="2">
              <a:spcBef>
                <a:spcPts val="0"/>
              </a:spcBef>
            </a:pPr>
            <a:r>
              <a:rPr lang="pt-BR" dirty="0"/>
              <a:t>Caso contrário, não aplique desconto. Exiba o valor final com ou sem desconto.</a:t>
            </a:r>
          </a:p>
        </p:txBody>
      </p:sp>
    </p:spTree>
    <p:extLst>
      <p:ext uri="{BB962C8B-B14F-4D97-AF65-F5344CB8AC3E}">
        <p14:creationId xmlns:p14="http://schemas.microsoft.com/office/powerpoint/2010/main" val="77884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6263"/>
            <a:ext cx="11007306" cy="1968356"/>
          </a:xfrm>
        </p:spPr>
        <p:txBody>
          <a:bodyPr/>
          <a:lstStyle/>
          <a:p>
            <a:r>
              <a:rPr lang="pt-BR" b="1" dirty="0"/>
              <a:t>Desafio 5: Validação de Login e Senha</a:t>
            </a:r>
          </a:p>
          <a:p>
            <a:pPr lvl="1">
              <a:lnSpc>
                <a:spcPct val="150000"/>
              </a:lnSpc>
            </a:pPr>
            <a:r>
              <a:rPr lang="pt-BR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ao usuário um login e uma senha. Valide se:</a:t>
            </a:r>
          </a:p>
          <a:p>
            <a:pPr lvl="2">
              <a:lnSpc>
                <a:spcPct val="150000"/>
              </a:lnSpc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login contém pelo menos 5 caracteres.</a:t>
            </a:r>
          </a:p>
          <a:p>
            <a:pPr lvl="2">
              <a:lnSpc>
                <a:spcPct val="150000"/>
              </a:lnSpc>
            </a:pPr>
            <a:r>
              <a:rPr lang="pt-BR" sz="14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senha tem pelo menos 8 caracteres</a:t>
            </a:r>
            <a:r>
              <a:rPr lang="pt-BR" dirty="0"/>
              <a:t>.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Exiba uma saída mostrando se o Login e a Senha são validos.</a:t>
            </a:r>
          </a:p>
        </p:txBody>
      </p:sp>
    </p:spTree>
    <p:extLst>
      <p:ext uri="{BB962C8B-B14F-4D97-AF65-F5344CB8AC3E}">
        <p14:creationId xmlns:p14="http://schemas.microsoft.com/office/powerpoint/2010/main" val="2700017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254002DE-5F08-45BF-8F31-FC20976BC4DF}" vid="{A7192747-86C6-4C3D-B7B6-3F8DEE71C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1407</TotalTime>
  <Words>350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Tema1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92</cp:revision>
  <dcterms:created xsi:type="dcterms:W3CDTF">2024-03-08T12:14:33Z</dcterms:created>
  <dcterms:modified xsi:type="dcterms:W3CDTF">2025-10-16T18:07:09Z</dcterms:modified>
</cp:coreProperties>
</file>