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sldIdLst>
    <p:sldId id="273" r:id="rId2"/>
    <p:sldId id="279" r:id="rId3"/>
    <p:sldId id="280" r:id="rId4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9280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4" name="Holder 3">
            <a:extLst>
              <a:ext uri="{FF2B5EF4-FFF2-40B4-BE49-F238E27FC236}">
                <a16:creationId xmlns:a16="http://schemas.microsoft.com/office/drawing/2014/main" id="{91603070-CEA7-49FD-B0EB-9AC93A2F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11356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Holder 3">
            <a:extLst>
              <a:ext uri="{FF2B5EF4-FFF2-40B4-BE49-F238E27FC236}">
                <a16:creationId xmlns:a16="http://schemas.microsoft.com/office/drawing/2014/main" id="{A5EAD103-3AAF-4922-A6E1-F18C27C6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3610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D5661909-6A74-47DA-A69B-B62FC1FD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296E04F6-2A7F-4447-B76A-3DF2E1A8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46532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175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2102610"/>
            <a:ext cx="11007306" cy="2620310"/>
          </a:xfrm>
        </p:spPr>
        <p:txBody>
          <a:bodyPr/>
          <a:lstStyle/>
          <a:p>
            <a:r>
              <a:rPr lang="pt-BR" b="1" dirty="0"/>
              <a:t>Desafio 1: Sistema de Notas Detalhado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Crie um programa que leia a nota de um aluno e mostre uma mensagem detalhada: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 abaixo de 5: "Reprovado - precisa melhorar muito".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 entre 5 e 6.9: "Recuperação - dedicação é necessária".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 entre 7 e 8.9: "Aprovado - desempenho satisfatório".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 9 ou mais: "Aprovado com Distinção - excelente!".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utilizar operadores lógicos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459182" y="4852542"/>
            <a:ext cx="11007306" cy="176132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2: Calculadora de Multa por Excesso de Velocidade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Crie um programa que calcule o valor da multa a ser paga caso um motorista ultrapasse o limite de velocidade. O limite de velocidade será de 90 km/h e o usuário deve inserir a velocidade do veículo. Para cada quilômetro por hora acima do limite, será cobrado R$ 10,00.</a:t>
            </a:r>
          </a:p>
        </p:txBody>
      </p:sp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2102610"/>
            <a:ext cx="11007306" cy="1639597"/>
          </a:xfrm>
        </p:spPr>
        <p:txBody>
          <a:bodyPr/>
          <a:lstStyle/>
          <a:p>
            <a:r>
              <a:rPr lang="pt-BR" b="1" dirty="0"/>
              <a:t>Desafio 3: Adivinhe o Número</a:t>
            </a:r>
          </a:p>
          <a:p>
            <a:pPr lvl="1" algn="just" rtl="0">
              <a:lnSpc>
                <a:spcPct val="150000"/>
              </a:lnSpc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Crie um programa em Java que simula um jogo de adivinhação. A máquina irá gerar um número inteiro aleatório entre 1 e 10 (inclusive). O jogador terá uma tentativa para adivinhar o número. O programa deverá exibir mensagens indicando se o jogador acertou ou errou.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4018041"/>
            <a:ext cx="11007306" cy="233837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4: Conversor de Moedas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Desenvolva um programa que peça ao usuário um valor em reais e a moeda para a qual deseja converter:</a:t>
            </a:r>
          </a:p>
          <a:p>
            <a:pPr lvl="2">
              <a:spcBef>
                <a:spcPts val="0"/>
              </a:spcBef>
            </a:pPr>
            <a:r>
              <a:rPr lang="pt-BR" dirty="0"/>
              <a:t>1 - Dólar (R$ 1 = US$ 0.20).</a:t>
            </a:r>
          </a:p>
          <a:p>
            <a:pPr lvl="2">
              <a:spcBef>
                <a:spcPts val="0"/>
              </a:spcBef>
            </a:pPr>
            <a:r>
              <a:rPr lang="pt-BR" dirty="0"/>
              <a:t>2 - Euro (R$ 1 = € 0.18).</a:t>
            </a:r>
          </a:p>
          <a:p>
            <a:pPr lvl="2">
              <a:spcBef>
                <a:spcPts val="0"/>
              </a:spcBef>
            </a:pPr>
            <a:r>
              <a:rPr lang="pt-BR" dirty="0"/>
              <a:t>3 - Libra (R$ 1 = £ 0.15).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Use switch para calcular e mostrar o valor convertido.</a:t>
            </a:r>
          </a:p>
        </p:txBody>
      </p:sp>
    </p:spTree>
    <p:extLst>
      <p:ext uri="{BB962C8B-B14F-4D97-AF65-F5344CB8AC3E}">
        <p14:creationId xmlns:p14="http://schemas.microsoft.com/office/powerpoint/2010/main" val="309559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2102610"/>
            <a:ext cx="11007306" cy="2868885"/>
          </a:xfrm>
        </p:spPr>
        <p:txBody>
          <a:bodyPr/>
          <a:lstStyle/>
          <a:p>
            <a:r>
              <a:rPr lang="pt-BR" b="1" dirty="0"/>
              <a:t>Desafio 5: Cálculo de Taxa de Empréstimo</a:t>
            </a:r>
          </a:p>
          <a:p>
            <a:pPr lvl="1" indent="0" algn="just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Elabore um programa que peça ao usuário para informar o valor de um empréstimo e o número de parcelas desejadas (6, 12 ou 24 meses). Use uma estrutura switch para calcular o valor final, considerando as taxas:</a:t>
            </a:r>
          </a:p>
          <a:p>
            <a:pPr marL="1143000" lvl="2" indent="-2286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meses: +5% do valor total.</a:t>
            </a:r>
          </a:p>
          <a:p>
            <a:pPr marL="1143000" lvl="2" indent="-2286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meses: +10% do valor total.</a:t>
            </a:r>
          </a:p>
          <a:p>
            <a:pPr marL="1143000" lvl="2" indent="-2286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meses: +20% do valor total.</a:t>
            </a:r>
          </a:p>
          <a:p>
            <a:pPr lvl="1" indent="0" algn="just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Mostre o valor total a ser pago com base na escolha.</a:t>
            </a:r>
          </a:p>
        </p:txBody>
      </p:sp>
    </p:spTree>
    <p:extLst>
      <p:ext uri="{BB962C8B-B14F-4D97-AF65-F5344CB8AC3E}">
        <p14:creationId xmlns:p14="http://schemas.microsoft.com/office/powerpoint/2010/main" val="3372519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254002DE-5F08-45BF-8F31-FC20976BC4DF}" vid="{A7192747-86C6-4C3D-B7B6-3F8DEE71C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1407</TotalTime>
  <Words>363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Tema1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92</cp:revision>
  <dcterms:created xsi:type="dcterms:W3CDTF">2024-03-08T12:14:33Z</dcterms:created>
  <dcterms:modified xsi:type="dcterms:W3CDTF">2025-10-16T18:05:09Z</dcterms:modified>
</cp:coreProperties>
</file>