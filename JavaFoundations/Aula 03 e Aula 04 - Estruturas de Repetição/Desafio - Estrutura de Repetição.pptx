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5"/>
  </p:notesMasterIdLst>
  <p:sldIdLst>
    <p:sldId id="276" r:id="rId2"/>
    <p:sldId id="277" r:id="rId3"/>
    <p:sldId id="278" r:id="rId4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Conteú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904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0489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207491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365985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526011" y="5460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684503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8429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20014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08904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0489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207491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365985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526011" y="56189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684503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8429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20014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08904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0489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207491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365985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26011" y="577748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684503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8429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20014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08904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0489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1207491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365985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526011" y="5937503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684503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8429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20014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08904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10489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1207491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365985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526011" y="60960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684503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8429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20014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08904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10489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1207491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365985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526011" y="62544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684503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8429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20014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08904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10489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1207491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365985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526011" y="6412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684503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8429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20014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08904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10489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1207491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365985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526011" y="65714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684503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8429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20014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9E7F050-AEA0-49AF-A6EA-BCBA0EB24374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84" name="bg object 82">
              <a:extLst>
                <a:ext uri="{FF2B5EF4-FFF2-40B4-BE49-F238E27FC236}">
                  <a16:creationId xmlns:a16="http://schemas.microsoft.com/office/drawing/2014/main" id="{06CCFD8B-18B2-4059-BCE0-A6B11B98CA26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bg object 83">
              <a:extLst>
                <a:ext uri="{FF2B5EF4-FFF2-40B4-BE49-F238E27FC236}">
                  <a16:creationId xmlns:a16="http://schemas.microsoft.com/office/drawing/2014/main" id="{8F5DB6DA-2D93-4CF6-A714-50531DB4CB9D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bg object 81">
            <a:extLst>
              <a:ext uri="{FF2B5EF4-FFF2-40B4-BE49-F238E27FC236}">
                <a16:creationId xmlns:a16="http://schemas.microsoft.com/office/drawing/2014/main" id="{F19FEC06-3CF2-4703-998C-397433B65F56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7" name="Holder 2">
            <a:extLst>
              <a:ext uri="{FF2B5EF4-FFF2-40B4-BE49-F238E27FC236}">
                <a16:creationId xmlns:a16="http://schemas.microsoft.com/office/drawing/2014/main" id="{D32691D8-FF6C-4BAC-9CAE-D488D857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8" name="Holder 3">
            <a:extLst>
              <a:ext uri="{FF2B5EF4-FFF2-40B4-BE49-F238E27FC236}">
                <a16:creationId xmlns:a16="http://schemas.microsoft.com/office/drawing/2014/main" id="{FA68F59F-9BD1-48BC-8A3D-27CEE844A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5700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ment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ADC26BE-F380-469F-AFB8-8E098F36DABB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7" name="bg object 17"/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bg object 18"/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bg object 19"/>
          <p:cNvSpPr/>
          <p:nvPr/>
        </p:nvSpPr>
        <p:spPr>
          <a:xfrm>
            <a:off x="108904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0489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207491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65985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526011" y="158495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684503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8429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20014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8904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0489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207491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365985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526011" y="316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1684503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18429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20014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08904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0489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207491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365985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526011" y="475487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1684503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18429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20014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08904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0489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207491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365985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526011" y="63550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1684503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18429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20014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08904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0489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207491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365985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526011" y="79400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1684503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18429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20014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08904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0489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207491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365985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526011" y="9525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1684503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18429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20014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08904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0489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207491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365985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526011" y="11109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1684503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18429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20014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08904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0489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207491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365985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526011" y="1269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1684503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18429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20014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Holder 2">
            <a:extLst>
              <a:ext uri="{FF2B5EF4-FFF2-40B4-BE49-F238E27FC236}">
                <a16:creationId xmlns:a16="http://schemas.microsoft.com/office/drawing/2014/main" id="{D1556ED7-7570-423C-940B-8E56DE2B2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4" name="Holder 3">
            <a:extLst>
              <a:ext uri="{FF2B5EF4-FFF2-40B4-BE49-F238E27FC236}">
                <a16:creationId xmlns:a16="http://schemas.microsoft.com/office/drawing/2014/main" id="{91603070-CEA7-49FD-B0EB-9AC93A2FF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890021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2192000" cy="6957753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7746"/>
                </a:moveTo>
                <a:lnTo>
                  <a:pt x="0" y="6857746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746"/>
                </a:lnTo>
                <a:close/>
              </a:path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761988"/>
                </a:lnTo>
                <a:lnTo>
                  <a:pt x="12192000" y="676198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10890491" y="158495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31800" y="1126896"/>
                </a:moveTo>
                <a:lnTo>
                  <a:pt x="30543" y="1120698"/>
                </a:lnTo>
                <a:lnTo>
                  <a:pt x="27139" y="1115644"/>
                </a:lnTo>
                <a:lnTo>
                  <a:pt x="22085" y="1112240"/>
                </a:lnTo>
                <a:lnTo>
                  <a:pt x="15900" y="1110996"/>
                </a:lnTo>
                <a:lnTo>
                  <a:pt x="9715" y="1112240"/>
                </a:lnTo>
                <a:lnTo>
                  <a:pt x="4660" y="1115644"/>
                </a:lnTo>
                <a:lnTo>
                  <a:pt x="1257" y="1120698"/>
                </a:lnTo>
                <a:lnTo>
                  <a:pt x="0" y="1126896"/>
                </a:lnTo>
                <a:lnTo>
                  <a:pt x="1257" y="1133081"/>
                </a:lnTo>
                <a:lnTo>
                  <a:pt x="4660" y="1138135"/>
                </a:lnTo>
                <a:lnTo>
                  <a:pt x="9715" y="1141539"/>
                </a:lnTo>
                <a:lnTo>
                  <a:pt x="15900" y="1142784"/>
                </a:lnTo>
                <a:lnTo>
                  <a:pt x="22085" y="1141539"/>
                </a:lnTo>
                <a:lnTo>
                  <a:pt x="27139" y="1138135"/>
                </a:lnTo>
                <a:lnTo>
                  <a:pt x="30543" y="1133081"/>
                </a:lnTo>
                <a:lnTo>
                  <a:pt x="31800" y="1126896"/>
                </a:lnTo>
                <a:close/>
              </a:path>
              <a:path w="1143000" h="1143000">
                <a:moveTo>
                  <a:pt x="31800" y="968400"/>
                </a:moveTo>
                <a:lnTo>
                  <a:pt x="30543" y="962202"/>
                </a:lnTo>
                <a:lnTo>
                  <a:pt x="27139" y="957148"/>
                </a:lnTo>
                <a:lnTo>
                  <a:pt x="22085" y="953744"/>
                </a:lnTo>
                <a:lnTo>
                  <a:pt x="15900" y="952500"/>
                </a:lnTo>
                <a:lnTo>
                  <a:pt x="9715" y="953744"/>
                </a:lnTo>
                <a:lnTo>
                  <a:pt x="4660" y="957148"/>
                </a:lnTo>
                <a:lnTo>
                  <a:pt x="1257" y="962202"/>
                </a:lnTo>
                <a:lnTo>
                  <a:pt x="0" y="968400"/>
                </a:lnTo>
                <a:lnTo>
                  <a:pt x="1257" y="974585"/>
                </a:lnTo>
                <a:lnTo>
                  <a:pt x="4660" y="979639"/>
                </a:lnTo>
                <a:lnTo>
                  <a:pt x="9715" y="983043"/>
                </a:lnTo>
                <a:lnTo>
                  <a:pt x="15900" y="984288"/>
                </a:lnTo>
                <a:lnTo>
                  <a:pt x="22085" y="983043"/>
                </a:lnTo>
                <a:lnTo>
                  <a:pt x="27139" y="979639"/>
                </a:lnTo>
                <a:lnTo>
                  <a:pt x="30543" y="974585"/>
                </a:lnTo>
                <a:lnTo>
                  <a:pt x="31800" y="968400"/>
                </a:lnTo>
                <a:close/>
              </a:path>
              <a:path w="1143000" h="1143000">
                <a:moveTo>
                  <a:pt x="31800" y="809904"/>
                </a:moveTo>
                <a:lnTo>
                  <a:pt x="30543" y="803706"/>
                </a:lnTo>
                <a:lnTo>
                  <a:pt x="27139" y="798652"/>
                </a:lnTo>
                <a:lnTo>
                  <a:pt x="22085" y="795248"/>
                </a:lnTo>
                <a:lnTo>
                  <a:pt x="15900" y="794004"/>
                </a:lnTo>
                <a:lnTo>
                  <a:pt x="9715" y="795248"/>
                </a:lnTo>
                <a:lnTo>
                  <a:pt x="4660" y="798652"/>
                </a:lnTo>
                <a:lnTo>
                  <a:pt x="1257" y="803706"/>
                </a:lnTo>
                <a:lnTo>
                  <a:pt x="0" y="809904"/>
                </a:lnTo>
                <a:lnTo>
                  <a:pt x="1257" y="816089"/>
                </a:lnTo>
                <a:lnTo>
                  <a:pt x="4660" y="821143"/>
                </a:lnTo>
                <a:lnTo>
                  <a:pt x="9715" y="824547"/>
                </a:lnTo>
                <a:lnTo>
                  <a:pt x="15900" y="825792"/>
                </a:lnTo>
                <a:lnTo>
                  <a:pt x="22085" y="824547"/>
                </a:lnTo>
                <a:lnTo>
                  <a:pt x="27139" y="821143"/>
                </a:lnTo>
                <a:lnTo>
                  <a:pt x="30543" y="816089"/>
                </a:lnTo>
                <a:lnTo>
                  <a:pt x="31800" y="809904"/>
                </a:lnTo>
                <a:close/>
              </a:path>
              <a:path w="1143000" h="1143000">
                <a:moveTo>
                  <a:pt x="31800" y="651408"/>
                </a:moveTo>
                <a:lnTo>
                  <a:pt x="30543" y="645210"/>
                </a:lnTo>
                <a:lnTo>
                  <a:pt x="27139" y="640156"/>
                </a:lnTo>
                <a:lnTo>
                  <a:pt x="22085" y="636752"/>
                </a:lnTo>
                <a:lnTo>
                  <a:pt x="15900" y="635508"/>
                </a:lnTo>
                <a:lnTo>
                  <a:pt x="9715" y="636752"/>
                </a:lnTo>
                <a:lnTo>
                  <a:pt x="4660" y="640156"/>
                </a:lnTo>
                <a:lnTo>
                  <a:pt x="1257" y="645210"/>
                </a:lnTo>
                <a:lnTo>
                  <a:pt x="0" y="651408"/>
                </a:lnTo>
                <a:lnTo>
                  <a:pt x="1257" y="657593"/>
                </a:lnTo>
                <a:lnTo>
                  <a:pt x="4660" y="662647"/>
                </a:lnTo>
                <a:lnTo>
                  <a:pt x="9715" y="666051"/>
                </a:lnTo>
                <a:lnTo>
                  <a:pt x="15900" y="667296"/>
                </a:lnTo>
                <a:lnTo>
                  <a:pt x="22085" y="666051"/>
                </a:lnTo>
                <a:lnTo>
                  <a:pt x="27139" y="662647"/>
                </a:lnTo>
                <a:lnTo>
                  <a:pt x="30543" y="657593"/>
                </a:lnTo>
                <a:lnTo>
                  <a:pt x="31800" y="651408"/>
                </a:lnTo>
                <a:close/>
              </a:path>
              <a:path w="1143000" h="1143000">
                <a:moveTo>
                  <a:pt x="31800" y="492912"/>
                </a:moveTo>
                <a:lnTo>
                  <a:pt x="30543" y="486714"/>
                </a:lnTo>
                <a:lnTo>
                  <a:pt x="27139" y="481660"/>
                </a:lnTo>
                <a:lnTo>
                  <a:pt x="22085" y="478256"/>
                </a:lnTo>
                <a:lnTo>
                  <a:pt x="15900" y="477012"/>
                </a:lnTo>
                <a:lnTo>
                  <a:pt x="9715" y="478256"/>
                </a:lnTo>
                <a:lnTo>
                  <a:pt x="4660" y="481660"/>
                </a:lnTo>
                <a:lnTo>
                  <a:pt x="1257" y="486714"/>
                </a:lnTo>
                <a:lnTo>
                  <a:pt x="0" y="492912"/>
                </a:lnTo>
                <a:lnTo>
                  <a:pt x="1257" y="499097"/>
                </a:lnTo>
                <a:lnTo>
                  <a:pt x="4660" y="504151"/>
                </a:lnTo>
                <a:lnTo>
                  <a:pt x="9715" y="507555"/>
                </a:lnTo>
                <a:lnTo>
                  <a:pt x="15900" y="508800"/>
                </a:lnTo>
                <a:lnTo>
                  <a:pt x="22085" y="507555"/>
                </a:lnTo>
                <a:lnTo>
                  <a:pt x="27139" y="504151"/>
                </a:lnTo>
                <a:lnTo>
                  <a:pt x="30543" y="499097"/>
                </a:lnTo>
                <a:lnTo>
                  <a:pt x="31800" y="492912"/>
                </a:lnTo>
                <a:close/>
              </a:path>
              <a:path w="1143000" h="1143000">
                <a:moveTo>
                  <a:pt x="31800" y="332892"/>
                </a:moveTo>
                <a:lnTo>
                  <a:pt x="30543" y="326694"/>
                </a:lnTo>
                <a:lnTo>
                  <a:pt x="27139" y="321640"/>
                </a:lnTo>
                <a:lnTo>
                  <a:pt x="22085" y="318236"/>
                </a:lnTo>
                <a:lnTo>
                  <a:pt x="15900" y="316992"/>
                </a:lnTo>
                <a:lnTo>
                  <a:pt x="9715" y="318236"/>
                </a:lnTo>
                <a:lnTo>
                  <a:pt x="4660" y="321640"/>
                </a:lnTo>
                <a:lnTo>
                  <a:pt x="1257" y="326694"/>
                </a:lnTo>
                <a:lnTo>
                  <a:pt x="0" y="332892"/>
                </a:lnTo>
                <a:lnTo>
                  <a:pt x="1257" y="339077"/>
                </a:lnTo>
                <a:lnTo>
                  <a:pt x="4660" y="344131"/>
                </a:lnTo>
                <a:lnTo>
                  <a:pt x="9715" y="347535"/>
                </a:lnTo>
                <a:lnTo>
                  <a:pt x="15900" y="348780"/>
                </a:lnTo>
                <a:lnTo>
                  <a:pt x="22085" y="347535"/>
                </a:lnTo>
                <a:lnTo>
                  <a:pt x="27139" y="344131"/>
                </a:lnTo>
                <a:lnTo>
                  <a:pt x="30543" y="339077"/>
                </a:lnTo>
                <a:lnTo>
                  <a:pt x="31800" y="332892"/>
                </a:lnTo>
                <a:close/>
              </a:path>
              <a:path w="1143000" h="1143000">
                <a:moveTo>
                  <a:pt x="31800" y="174409"/>
                </a:moveTo>
                <a:lnTo>
                  <a:pt x="30543" y="168211"/>
                </a:lnTo>
                <a:lnTo>
                  <a:pt x="27139" y="163169"/>
                </a:lnTo>
                <a:lnTo>
                  <a:pt x="22085" y="159753"/>
                </a:lnTo>
                <a:lnTo>
                  <a:pt x="15900" y="158508"/>
                </a:lnTo>
                <a:lnTo>
                  <a:pt x="9715" y="159753"/>
                </a:lnTo>
                <a:lnTo>
                  <a:pt x="4660" y="163169"/>
                </a:lnTo>
                <a:lnTo>
                  <a:pt x="1257" y="168211"/>
                </a:lnTo>
                <a:lnTo>
                  <a:pt x="0" y="174409"/>
                </a:lnTo>
                <a:lnTo>
                  <a:pt x="1257" y="180594"/>
                </a:lnTo>
                <a:lnTo>
                  <a:pt x="4660" y="185648"/>
                </a:lnTo>
                <a:lnTo>
                  <a:pt x="9715" y="189052"/>
                </a:lnTo>
                <a:lnTo>
                  <a:pt x="15900" y="190296"/>
                </a:lnTo>
                <a:lnTo>
                  <a:pt x="22085" y="189052"/>
                </a:lnTo>
                <a:lnTo>
                  <a:pt x="27139" y="185648"/>
                </a:lnTo>
                <a:lnTo>
                  <a:pt x="30543" y="180594"/>
                </a:lnTo>
                <a:lnTo>
                  <a:pt x="31800" y="174409"/>
                </a:lnTo>
                <a:close/>
              </a:path>
              <a:path w="1143000" h="1143000">
                <a:moveTo>
                  <a:pt x="31800" y="15900"/>
                </a:move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close/>
              </a:path>
              <a:path w="1143000" h="1143000">
                <a:moveTo>
                  <a:pt x="190296" y="1126896"/>
                </a:moveTo>
                <a:lnTo>
                  <a:pt x="189039" y="1120698"/>
                </a:lnTo>
                <a:lnTo>
                  <a:pt x="185635" y="1115644"/>
                </a:lnTo>
                <a:lnTo>
                  <a:pt x="180581" y="1112240"/>
                </a:lnTo>
                <a:lnTo>
                  <a:pt x="174396" y="1110996"/>
                </a:lnTo>
                <a:lnTo>
                  <a:pt x="168211" y="1112240"/>
                </a:lnTo>
                <a:lnTo>
                  <a:pt x="163156" y="1115644"/>
                </a:lnTo>
                <a:lnTo>
                  <a:pt x="159753" y="1120698"/>
                </a:lnTo>
                <a:lnTo>
                  <a:pt x="158496" y="1126896"/>
                </a:lnTo>
                <a:lnTo>
                  <a:pt x="159753" y="1133081"/>
                </a:lnTo>
                <a:lnTo>
                  <a:pt x="163156" y="1138135"/>
                </a:lnTo>
                <a:lnTo>
                  <a:pt x="168211" y="1141539"/>
                </a:lnTo>
                <a:lnTo>
                  <a:pt x="174396" y="1142784"/>
                </a:lnTo>
                <a:lnTo>
                  <a:pt x="180581" y="1141539"/>
                </a:lnTo>
                <a:lnTo>
                  <a:pt x="185635" y="1138135"/>
                </a:lnTo>
                <a:lnTo>
                  <a:pt x="189039" y="1133081"/>
                </a:lnTo>
                <a:lnTo>
                  <a:pt x="190296" y="1126896"/>
                </a:lnTo>
                <a:close/>
              </a:path>
              <a:path w="1143000" h="1143000">
                <a:moveTo>
                  <a:pt x="190296" y="968400"/>
                </a:moveTo>
                <a:lnTo>
                  <a:pt x="189039" y="962202"/>
                </a:lnTo>
                <a:lnTo>
                  <a:pt x="185635" y="957148"/>
                </a:lnTo>
                <a:lnTo>
                  <a:pt x="180581" y="953744"/>
                </a:lnTo>
                <a:lnTo>
                  <a:pt x="174396" y="952500"/>
                </a:lnTo>
                <a:lnTo>
                  <a:pt x="168211" y="953744"/>
                </a:lnTo>
                <a:lnTo>
                  <a:pt x="163156" y="957148"/>
                </a:lnTo>
                <a:lnTo>
                  <a:pt x="159753" y="962202"/>
                </a:lnTo>
                <a:lnTo>
                  <a:pt x="158496" y="968400"/>
                </a:lnTo>
                <a:lnTo>
                  <a:pt x="159753" y="974585"/>
                </a:lnTo>
                <a:lnTo>
                  <a:pt x="163156" y="979639"/>
                </a:lnTo>
                <a:lnTo>
                  <a:pt x="168211" y="983043"/>
                </a:lnTo>
                <a:lnTo>
                  <a:pt x="174396" y="984288"/>
                </a:lnTo>
                <a:lnTo>
                  <a:pt x="180581" y="983043"/>
                </a:lnTo>
                <a:lnTo>
                  <a:pt x="185635" y="979639"/>
                </a:lnTo>
                <a:lnTo>
                  <a:pt x="189039" y="974585"/>
                </a:lnTo>
                <a:lnTo>
                  <a:pt x="190296" y="968400"/>
                </a:lnTo>
                <a:close/>
              </a:path>
              <a:path w="1143000" h="1143000">
                <a:moveTo>
                  <a:pt x="190296" y="809904"/>
                </a:moveTo>
                <a:lnTo>
                  <a:pt x="189039" y="803706"/>
                </a:lnTo>
                <a:lnTo>
                  <a:pt x="185635" y="798652"/>
                </a:lnTo>
                <a:lnTo>
                  <a:pt x="180581" y="795248"/>
                </a:lnTo>
                <a:lnTo>
                  <a:pt x="174396" y="794004"/>
                </a:lnTo>
                <a:lnTo>
                  <a:pt x="168211" y="795248"/>
                </a:lnTo>
                <a:lnTo>
                  <a:pt x="163156" y="798652"/>
                </a:lnTo>
                <a:lnTo>
                  <a:pt x="159753" y="803706"/>
                </a:lnTo>
                <a:lnTo>
                  <a:pt x="158496" y="809904"/>
                </a:lnTo>
                <a:lnTo>
                  <a:pt x="159753" y="816089"/>
                </a:lnTo>
                <a:lnTo>
                  <a:pt x="163156" y="821143"/>
                </a:lnTo>
                <a:lnTo>
                  <a:pt x="168211" y="824547"/>
                </a:lnTo>
                <a:lnTo>
                  <a:pt x="174396" y="825792"/>
                </a:lnTo>
                <a:lnTo>
                  <a:pt x="180581" y="824547"/>
                </a:lnTo>
                <a:lnTo>
                  <a:pt x="185635" y="821143"/>
                </a:lnTo>
                <a:lnTo>
                  <a:pt x="189039" y="816089"/>
                </a:lnTo>
                <a:lnTo>
                  <a:pt x="190296" y="809904"/>
                </a:lnTo>
                <a:close/>
              </a:path>
              <a:path w="1143000" h="1143000">
                <a:moveTo>
                  <a:pt x="190296" y="651408"/>
                </a:moveTo>
                <a:lnTo>
                  <a:pt x="189039" y="645210"/>
                </a:lnTo>
                <a:lnTo>
                  <a:pt x="185635" y="640156"/>
                </a:lnTo>
                <a:lnTo>
                  <a:pt x="180581" y="636752"/>
                </a:lnTo>
                <a:lnTo>
                  <a:pt x="174396" y="635508"/>
                </a:lnTo>
                <a:lnTo>
                  <a:pt x="168211" y="636752"/>
                </a:lnTo>
                <a:lnTo>
                  <a:pt x="163156" y="640156"/>
                </a:lnTo>
                <a:lnTo>
                  <a:pt x="159753" y="645210"/>
                </a:lnTo>
                <a:lnTo>
                  <a:pt x="158496" y="651408"/>
                </a:lnTo>
                <a:lnTo>
                  <a:pt x="159753" y="657593"/>
                </a:lnTo>
                <a:lnTo>
                  <a:pt x="163156" y="662647"/>
                </a:lnTo>
                <a:lnTo>
                  <a:pt x="168211" y="666051"/>
                </a:lnTo>
                <a:lnTo>
                  <a:pt x="174396" y="667296"/>
                </a:lnTo>
                <a:lnTo>
                  <a:pt x="180581" y="666051"/>
                </a:lnTo>
                <a:lnTo>
                  <a:pt x="185635" y="662647"/>
                </a:lnTo>
                <a:lnTo>
                  <a:pt x="189039" y="657593"/>
                </a:lnTo>
                <a:lnTo>
                  <a:pt x="190296" y="651408"/>
                </a:lnTo>
                <a:close/>
              </a:path>
              <a:path w="1143000" h="1143000">
                <a:moveTo>
                  <a:pt x="190296" y="492912"/>
                </a:moveTo>
                <a:lnTo>
                  <a:pt x="189039" y="486714"/>
                </a:lnTo>
                <a:lnTo>
                  <a:pt x="185635" y="481660"/>
                </a:lnTo>
                <a:lnTo>
                  <a:pt x="180581" y="478256"/>
                </a:lnTo>
                <a:lnTo>
                  <a:pt x="174396" y="477012"/>
                </a:lnTo>
                <a:lnTo>
                  <a:pt x="168211" y="478256"/>
                </a:lnTo>
                <a:lnTo>
                  <a:pt x="163156" y="481660"/>
                </a:lnTo>
                <a:lnTo>
                  <a:pt x="159753" y="486714"/>
                </a:lnTo>
                <a:lnTo>
                  <a:pt x="158496" y="492912"/>
                </a:lnTo>
                <a:lnTo>
                  <a:pt x="159753" y="499097"/>
                </a:lnTo>
                <a:lnTo>
                  <a:pt x="163156" y="504151"/>
                </a:lnTo>
                <a:lnTo>
                  <a:pt x="168211" y="507555"/>
                </a:lnTo>
                <a:lnTo>
                  <a:pt x="174396" y="508800"/>
                </a:lnTo>
                <a:lnTo>
                  <a:pt x="180581" y="507555"/>
                </a:lnTo>
                <a:lnTo>
                  <a:pt x="185635" y="504151"/>
                </a:lnTo>
                <a:lnTo>
                  <a:pt x="189039" y="499097"/>
                </a:lnTo>
                <a:lnTo>
                  <a:pt x="190296" y="492912"/>
                </a:lnTo>
                <a:close/>
              </a:path>
              <a:path w="1143000" h="1143000">
                <a:moveTo>
                  <a:pt x="190296" y="332892"/>
                </a:moveTo>
                <a:lnTo>
                  <a:pt x="189039" y="326694"/>
                </a:lnTo>
                <a:lnTo>
                  <a:pt x="185635" y="321640"/>
                </a:lnTo>
                <a:lnTo>
                  <a:pt x="180581" y="318236"/>
                </a:lnTo>
                <a:lnTo>
                  <a:pt x="174396" y="316992"/>
                </a:lnTo>
                <a:lnTo>
                  <a:pt x="168211" y="318236"/>
                </a:lnTo>
                <a:lnTo>
                  <a:pt x="163156" y="321640"/>
                </a:lnTo>
                <a:lnTo>
                  <a:pt x="159753" y="326694"/>
                </a:lnTo>
                <a:lnTo>
                  <a:pt x="158496" y="332892"/>
                </a:lnTo>
                <a:lnTo>
                  <a:pt x="159753" y="339077"/>
                </a:lnTo>
                <a:lnTo>
                  <a:pt x="163156" y="344131"/>
                </a:lnTo>
                <a:lnTo>
                  <a:pt x="168211" y="347535"/>
                </a:lnTo>
                <a:lnTo>
                  <a:pt x="174396" y="348780"/>
                </a:lnTo>
                <a:lnTo>
                  <a:pt x="180581" y="347535"/>
                </a:lnTo>
                <a:lnTo>
                  <a:pt x="185635" y="344131"/>
                </a:lnTo>
                <a:lnTo>
                  <a:pt x="189039" y="339077"/>
                </a:lnTo>
                <a:lnTo>
                  <a:pt x="190296" y="332892"/>
                </a:lnTo>
                <a:close/>
              </a:path>
              <a:path w="1143000" h="1143000">
                <a:moveTo>
                  <a:pt x="190296" y="174409"/>
                </a:moveTo>
                <a:lnTo>
                  <a:pt x="189039" y="168211"/>
                </a:lnTo>
                <a:lnTo>
                  <a:pt x="185635" y="163169"/>
                </a:lnTo>
                <a:lnTo>
                  <a:pt x="180581" y="159753"/>
                </a:lnTo>
                <a:lnTo>
                  <a:pt x="174396" y="158508"/>
                </a:lnTo>
                <a:lnTo>
                  <a:pt x="168211" y="159753"/>
                </a:lnTo>
                <a:lnTo>
                  <a:pt x="163156" y="163169"/>
                </a:lnTo>
                <a:lnTo>
                  <a:pt x="159753" y="168211"/>
                </a:lnTo>
                <a:lnTo>
                  <a:pt x="158496" y="174409"/>
                </a:lnTo>
                <a:lnTo>
                  <a:pt x="159753" y="180594"/>
                </a:lnTo>
                <a:lnTo>
                  <a:pt x="163156" y="185648"/>
                </a:lnTo>
                <a:lnTo>
                  <a:pt x="168211" y="189052"/>
                </a:lnTo>
                <a:lnTo>
                  <a:pt x="174396" y="190296"/>
                </a:lnTo>
                <a:lnTo>
                  <a:pt x="180581" y="189052"/>
                </a:lnTo>
                <a:lnTo>
                  <a:pt x="185635" y="185648"/>
                </a:lnTo>
                <a:lnTo>
                  <a:pt x="189039" y="180594"/>
                </a:lnTo>
                <a:lnTo>
                  <a:pt x="190296" y="174409"/>
                </a:lnTo>
                <a:close/>
              </a:path>
              <a:path w="1143000" h="1143000">
                <a:moveTo>
                  <a:pt x="190296" y="15900"/>
                </a:moveTo>
                <a:lnTo>
                  <a:pt x="189039" y="9702"/>
                </a:lnTo>
                <a:lnTo>
                  <a:pt x="185635" y="4660"/>
                </a:lnTo>
                <a:lnTo>
                  <a:pt x="180581" y="1244"/>
                </a:lnTo>
                <a:lnTo>
                  <a:pt x="174396" y="0"/>
                </a:lnTo>
                <a:lnTo>
                  <a:pt x="168211" y="1244"/>
                </a:lnTo>
                <a:lnTo>
                  <a:pt x="163156" y="4660"/>
                </a:lnTo>
                <a:lnTo>
                  <a:pt x="159753" y="9702"/>
                </a:lnTo>
                <a:lnTo>
                  <a:pt x="158496" y="15900"/>
                </a:lnTo>
                <a:lnTo>
                  <a:pt x="159753" y="22085"/>
                </a:lnTo>
                <a:lnTo>
                  <a:pt x="163156" y="27139"/>
                </a:lnTo>
                <a:lnTo>
                  <a:pt x="168211" y="30543"/>
                </a:lnTo>
                <a:lnTo>
                  <a:pt x="174396" y="31788"/>
                </a:lnTo>
                <a:lnTo>
                  <a:pt x="180581" y="30543"/>
                </a:lnTo>
                <a:lnTo>
                  <a:pt x="185635" y="27139"/>
                </a:lnTo>
                <a:lnTo>
                  <a:pt x="189039" y="22085"/>
                </a:lnTo>
                <a:lnTo>
                  <a:pt x="190296" y="15900"/>
                </a:lnTo>
                <a:close/>
              </a:path>
              <a:path w="1143000" h="1143000">
                <a:moveTo>
                  <a:pt x="348792" y="1126896"/>
                </a:moveTo>
                <a:lnTo>
                  <a:pt x="347535" y="1120698"/>
                </a:lnTo>
                <a:lnTo>
                  <a:pt x="344131" y="1115644"/>
                </a:lnTo>
                <a:lnTo>
                  <a:pt x="339077" y="1112240"/>
                </a:lnTo>
                <a:lnTo>
                  <a:pt x="332892" y="1110996"/>
                </a:lnTo>
                <a:lnTo>
                  <a:pt x="326707" y="1112240"/>
                </a:lnTo>
                <a:lnTo>
                  <a:pt x="321652" y="1115644"/>
                </a:lnTo>
                <a:lnTo>
                  <a:pt x="318249" y="1120698"/>
                </a:lnTo>
                <a:lnTo>
                  <a:pt x="316992" y="1126896"/>
                </a:lnTo>
                <a:lnTo>
                  <a:pt x="318249" y="1133081"/>
                </a:lnTo>
                <a:lnTo>
                  <a:pt x="321652" y="1138135"/>
                </a:lnTo>
                <a:lnTo>
                  <a:pt x="326707" y="1141539"/>
                </a:lnTo>
                <a:lnTo>
                  <a:pt x="332892" y="1142784"/>
                </a:lnTo>
                <a:lnTo>
                  <a:pt x="339077" y="1141539"/>
                </a:lnTo>
                <a:lnTo>
                  <a:pt x="344131" y="1138135"/>
                </a:lnTo>
                <a:lnTo>
                  <a:pt x="347535" y="1133081"/>
                </a:lnTo>
                <a:lnTo>
                  <a:pt x="348792" y="1126896"/>
                </a:lnTo>
                <a:close/>
              </a:path>
              <a:path w="1143000" h="1143000">
                <a:moveTo>
                  <a:pt x="348792" y="968400"/>
                </a:moveTo>
                <a:lnTo>
                  <a:pt x="347535" y="962202"/>
                </a:lnTo>
                <a:lnTo>
                  <a:pt x="344131" y="957148"/>
                </a:lnTo>
                <a:lnTo>
                  <a:pt x="339077" y="953744"/>
                </a:lnTo>
                <a:lnTo>
                  <a:pt x="332892" y="952500"/>
                </a:lnTo>
                <a:lnTo>
                  <a:pt x="326707" y="953744"/>
                </a:lnTo>
                <a:lnTo>
                  <a:pt x="321652" y="957148"/>
                </a:lnTo>
                <a:lnTo>
                  <a:pt x="318249" y="962202"/>
                </a:lnTo>
                <a:lnTo>
                  <a:pt x="316992" y="968400"/>
                </a:lnTo>
                <a:lnTo>
                  <a:pt x="318249" y="974585"/>
                </a:lnTo>
                <a:lnTo>
                  <a:pt x="321652" y="979639"/>
                </a:lnTo>
                <a:lnTo>
                  <a:pt x="326707" y="983043"/>
                </a:lnTo>
                <a:lnTo>
                  <a:pt x="332892" y="984288"/>
                </a:lnTo>
                <a:lnTo>
                  <a:pt x="339077" y="983043"/>
                </a:lnTo>
                <a:lnTo>
                  <a:pt x="344131" y="979639"/>
                </a:lnTo>
                <a:lnTo>
                  <a:pt x="347535" y="974585"/>
                </a:lnTo>
                <a:lnTo>
                  <a:pt x="348792" y="968400"/>
                </a:lnTo>
                <a:close/>
              </a:path>
              <a:path w="1143000" h="1143000">
                <a:moveTo>
                  <a:pt x="348792" y="809904"/>
                </a:moveTo>
                <a:lnTo>
                  <a:pt x="347535" y="803706"/>
                </a:lnTo>
                <a:lnTo>
                  <a:pt x="344131" y="798652"/>
                </a:lnTo>
                <a:lnTo>
                  <a:pt x="339077" y="795248"/>
                </a:lnTo>
                <a:lnTo>
                  <a:pt x="332892" y="794004"/>
                </a:lnTo>
                <a:lnTo>
                  <a:pt x="326707" y="795248"/>
                </a:lnTo>
                <a:lnTo>
                  <a:pt x="321652" y="798652"/>
                </a:lnTo>
                <a:lnTo>
                  <a:pt x="318249" y="803706"/>
                </a:lnTo>
                <a:lnTo>
                  <a:pt x="316992" y="809904"/>
                </a:lnTo>
                <a:lnTo>
                  <a:pt x="318249" y="816089"/>
                </a:lnTo>
                <a:lnTo>
                  <a:pt x="321652" y="821143"/>
                </a:lnTo>
                <a:lnTo>
                  <a:pt x="326707" y="824547"/>
                </a:lnTo>
                <a:lnTo>
                  <a:pt x="332892" y="825792"/>
                </a:lnTo>
                <a:lnTo>
                  <a:pt x="339077" y="824547"/>
                </a:lnTo>
                <a:lnTo>
                  <a:pt x="344131" y="821143"/>
                </a:lnTo>
                <a:lnTo>
                  <a:pt x="347535" y="816089"/>
                </a:lnTo>
                <a:lnTo>
                  <a:pt x="348792" y="809904"/>
                </a:lnTo>
                <a:close/>
              </a:path>
              <a:path w="1143000" h="1143000">
                <a:moveTo>
                  <a:pt x="348792" y="651408"/>
                </a:moveTo>
                <a:lnTo>
                  <a:pt x="347535" y="645210"/>
                </a:lnTo>
                <a:lnTo>
                  <a:pt x="344131" y="640156"/>
                </a:lnTo>
                <a:lnTo>
                  <a:pt x="339077" y="636752"/>
                </a:lnTo>
                <a:lnTo>
                  <a:pt x="332892" y="635508"/>
                </a:lnTo>
                <a:lnTo>
                  <a:pt x="326707" y="636752"/>
                </a:lnTo>
                <a:lnTo>
                  <a:pt x="321652" y="640156"/>
                </a:lnTo>
                <a:lnTo>
                  <a:pt x="318249" y="645210"/>
                </a:lnTo>
                <a:lnTo>
                  <a:pt x="316992" y="651408"/>
                </a:lnTo>
                <a:lnTo>
                  <a:pt x="318249" y="657593"/>
                </a:lnTo>
                <a:lnTo>
                  <a:pt x="321652" y="662647"/>
                </a:lnTo>
                <a:lnTo>
                  <a:pt x="326707" y="666051"/>
                </a:lnTo>
                <a:lnTo>
                  <a:pt x="332892" y="667296"/>
                </a:lnTo>
                <a:lnTo>
                  <a:pt x="339077" y="666051"/>
                </a:lnTo>
                <a:lnTo>
                  <a:pt x="344131" y="662647"/>
                </a:lnTo>
                <a:lnTo>
                  <a:pt x="347535" y="657593"/>
                </a:lnTo>
                <a:lnTo>
                  <a:pt x="348792" y="651408"/>
                </a:lnTo>
                <a:close/>
              </a:path>
              <a:path w="1143000" h="1143000">
                <a:moveTo>
                  <a:pt x="348792" y="492912"/>
                </a:moveTo>
                <a:lnTo>
                  <a:pt x="347535" y="486714"/>
                </a:lnTo>
                <a:lnTo>
                  <a:pt x="344131" y="481660"/>
                </a:lnTo>
                <a:lnTo>
                  <a:pt x="339077" y="478256"/>
                </a:lnTo>
                <a:lnTo>
                  <a:pt x="332892" y="477012"/>
                </a:lnTo>
                <a:lnTo>
                  <a:pt x="326707" y="478256"/>
                </a:lnTo>
                <a:lnTo>
                  <a:pt x="321652" y="481660"/>
                </a:lnTo>
                <a:lnTo>
                  <a:pt x="318249" y="486714"/>
                </a:lnTo>
                <a:lnTo>
                  <a:pt x="316992" y="492912"/>
                </a:lnTo>
                <a:lnTo>
                  <a:pt x="318249" y="499097"/>
                </a:lnTo>
                <a:lnTo>
                  <a:pt x="321652" y="504151"/>
                </a:lnTo>
                <a:lnTo>
                  <a:pt x="326707" y="507555"/>
                </a:lnTo>
                <a:lnTo>
                  <a:pt x="332892" y="508800"/>
                </a:lnTo>
                <a:lnTo>
                  <a:pt x="339077" y="507555"/>
                </a:lnTo>
                <a:lnTo>
                  <a:pt x="344131" y="504151"/>
                </a:lnTo>
                <a:lnTo>
                  <a:pt x="347535" y="499097"/>
                </a:lnTo>
                <a:lnTo>
                  <a:pt x="348792" y="492912"/>
                </a:lnTo>
                <a:close/>
              </a:path>
              <a:path w="1143000" h="1143000">
                <a:moveTo>
                  <a:pt x="348792" y="332892"/>
                </a:moveTo>
                <a:lnTo>
                  <a:pt x="347535" y="326694"/>
                </a:lnTo>
                <a:lnTo>
                  <a:pt x="344131" y="321640"/>
                </a:lnTo>
                <a:lnTo>
                  <a:pt x="339077" y="318236"/>
                </a:lnTo>
                <a:lnTo>
                  <a:pt x="332892" y="316992"/>
                </a:lnTo>
                <a:lnTo>
                  <a:pt x="326707" y="318236"/>
                </a:lnTo>
                <a:lnTo>
                  <a:pt x="321652" y="321640"/>
                </a:lnTo>
                <a:lnTo>
                  <a:pt x="318249" y="326694"/>
                </a:lnTo>
                <a:lnTo>
                  <a:pt x="316992" y="332892"/>
                </a:lnTo>
                <a:lnTo>
                  <a:pt x="318249" y="339077"/>
                </a:lnTo>
                <a:lnTo>
                  <a:pt x="321652" y="344131"/>
                </a:lnTo>
                <a:lnTo>
                  <a:pt x="326707" y="347535"/>
                </a:lnTo>
                <a:lnTo>
                  <a:pt x="332892" y="348780"/>
                </a:lnTo>
                <a:lnTo>
                  <a:pt x="339077" y="347535"/>
                </a:lnTo>
                <a:lnTo>
                  <a:pt x="344131" y="344131"/>
                </a:lnTo>
                <a:lnTo>
                  <a:pt x="347535" y="339077"/>
                </a:lnTo>
                <a:lnTo>
                  <a:pt x="348792" y="332892"/>
                </a:lnTo>
                <a:close/>
              </a:path>
              <a:path w="1143000" h="1143000">
                <a:moveTo>
                  <a:pt x="348792" y="174409"/>
                </a:moveTo>
                <a:lnTo>
                  <a:pt x="347535" y="168211"/>
                </a:lnTo>
                <a:lnTo>
                  <a:pt x="344131" y="163169"/>
                </a:lnTo>
                <a:lnTo>
                  <a:pt x="339077" y="159753"/>
                </a:lnTo>
                <a:lnTo>
                  <a:pt x="332892" y="158508"/>
                </a:lnTo>
                <a:lnTo>
                  <a:pt x="326707" y="159753"/>
                </a:lnTo>
                <a:lnTo>
                  <a:pt x="321652" y="163169"/>
                </a:lnTo>
                <a:lnTo>
                  <a:pt x="318249" y="168211"/>
                </a:lnTo>
                <a:lnTo>
                  <a:pt x="316992" y="174409"/>
                </a:lnTo>
                <a:lnTo>
                  <a:pt x="318249" y="180594"/>
                </a:lnTo>
                <a:lnTo>
                  <a:pt x="321652" y="185648"/>
                </a:lnTo>
                <a:lnTo>
                  <a:pt x="326707" y="189052"/>
                </a:lnTo>
                <a:lnTo>
                  <a:pt x="332892" y="190296"/>
                </a:lnTo>
                <a:lnTo>
                  <a:pt x="339077" y="189052"/>
                </a:lnTo>
                <a:lnTo>
                  <a:pt x="344131" y="185648"/>
                </a:lnTo>
                <a:lnTo>
                  <a:pt x="347535" y="180594"/>
                </a:lnTo>
                <a:lnTo>
                  <a:pt x="348792" y="174409"/>
                </a:lnTo>
                <a:close/>
              </a:path>
              <a:path w="1143000" h="1143000">
                <a:moveTo>
                  <a:pt x="348792" y="15900"/>
                </a:moveTo>
                <a:lnTo>
                  <a:pt x="347535" y="9702"/>
                </a:lnTo>
                <a:lnTo>
                  <a:pt x="344131" y="4660"/>
                </a:lnTo>
                <a:lnTo>
                  <a:pt x="339077" y="1244"/>
                </a:lnTo>
                <a:lnTo>
                  <a:pt x="332892" y="0"/>
                </a:lnTo>
                <a:lnTo>
                  <a:pt x="326707" y="1244"/>
                </a:lnTo>
                <a:lnTo>
                  <a:pt x="321652" y="4660"/>
                </a:lnTo>
                <a:lnTo>
                  <a:pt x="318249" y="9702"/>
                </a:lnTo>
                <a:lnTo>
                  <a:pt x="316992" y="15900"/>
                </a:lnTo>
                <a:lnTo>
                  <a:pt x="318249" y="22085"/>
                </a:lnTo>
                <a:lnTo>
                  <a:pt x="321652" y="27139"/>
                </a:lnTo>
                <a:lnTo>
                  <a:pt x="326707" y="30543"/>
                </a:lnTo>
                <a:lnTo>
                  <a:pt x="332892" y="31788"/>
                </a:lnTo>
                <a:lnTo>
                  <a:pt x="339077" y="30543"/>
                </a:lnTo>
                <a:lnTo>
                  <a:pt x="344131" y="27139"/>
                </a:lnTo>
                <a:lnTo>
                  <a:pt x="347535" y="22085"/>
                </a:lnTo>
                <a:lnTo>
                  <a:pt x="348792" y="15900"/>
                </a:lnTo>
                <a:close/>
              </a:path>
              <a:path w="1143000" h="1143000">
                <a:moveTo>
                  <a:pt x="507288" y="1126896"/>
                </a:moveTo>
                <a:lnTo>
                  <a:pt x="506031" y="1120698"/>
                </a:lnTo>
                <a:lnTo>
                  <a:pt x="502627" y="1115644"/>
                </a:lnTo>
                <a:lnTo>
                  <a:pt x="497573" y="1112240"/>
                </a:lnTo>
                <a:lnTo>
                  <a:pt x="491388" y="1110996"/>
                </a:lnTo>
                <a:lnTo>
                  <a:pt x="485203" y="1112240"/>
                </a:lnTo>
                <a:lnTo>
                  <a:pt x="480148" y="1115644"/>
                </a:lnTo>
                <a:lnTo>
                  <a:pt x="476745" y="1120698"/>
                </a:lnTo>
                <a:lnTo>
                  <a:pt x="475488" y="1126896"/>
                </a:lnTo>
                <a:lnTo>
                  <a:pt x="476745" y="1133081"/>
                </a:lnTo>
                <a:lnTo>
                  <a:pt x="480148" y="1138135"/>
                </a:lnTo>
                <a:lnTo>
                  <a:pt x="485203" y="1141539"/>
                </a:lnTo>
                <a:lnTo>
                  <a:pt x="491388" y="1142784"/>
                </a:lnTo>
                <a:lnTo>
                  <a:pt x="497573" y="1141539"/>
                </a:lnTo>
                <a:lnTo>
                  <a:pt x="502627" y="1138135"/>
                </a:lnTo>
                <a:lnTo>
                  <a:pt x="506031" y="1133081"/>
                </a:lnTo>
                <a:lnTo>
                  <a:pt x="507288" y="1126896"/>
                </a:lnTo>
                <a:close/>
              </a:path>
              <a:path w="1143000" h="1143000">
                <a:moveTo>
                  <a:pt x="507288" y="968400"/>
                </a:moveTo>
                <a:lnTo>
                  <a:pt x="506031" y="962202"/>
                </a:lnTo>
                <a:lnTo>
                  <a:pt x="502627" y="957148"/>
                </a:lnTo>
                <a:lnTo>
                  <a:pt x="497573" y="953744"/>
                </a:lnTo>
                <a:lnTo>
                  <a:pt x="491388" y="952500"/>
                </a:lnTo>
                <a:lnTo>
                  <a:pt x="485203" y="953744"/>
                </a:lnTo>
                <a:lnTo>
                  <a:pt x="480148" y="957148"/>
                </a:lnTo>
                <a:lnTo>
                  <a:pt x="476745" y="962202"/>
                </a:lnTo>
                <a:lnTo>
                  <a:pt x="475488" y="968400"/>
                </a:lnTo>
                <a:lnTo>
                  <a:pt x="476745" y="974585"/>
                </a:lnTo>
                <a:lnTo>
                  <a:pt x="480148" y="979639"/>
                </a:lnTo>
                <a:lnTo>
                  <a:pt x="485203" y="983043"/>
                </a:lnTo>
                <a:lnTo>
                  <a:pt x="491388" y="984288"/>
                </a:lnTo>
                <a:lnTo>
                  <a:pt x="497573" y="983043"/>
                </a:lnTo>
                <a:lnTo>
                  <a:pt x="502627" y="979639"/>
                </a:lnTo>
                <a:lnTo>
                  <a:pt x="506031" y="974585"/>
                </a:lnTo>
                <a:lnTo>
                  <a:pt x="507288" y="968400"/>
                </a:lnTo>
                <a:close/>
              </a:path>
              <a:path w="1143000" h="1143000">
                <a:moveTo>
                  <a:pt x="507288" y="809904"/>
                </a:moveTo>
                <a:lnTo>
                  <a:pt x="506031" y="803706"/>
                </a:lnTo>
                <a:lnTo>
                  <a:pt x="502627" y="798652"/>
                </a:lnTo>
                <a:lnTo>
                  <a:pt x="497573" y="795248"/>
                </a:lnTo>
                <a:lnTo>
                  <a:pt x="491388" y="794004"/>
                </a:lnTo>
                <a:lnTo>
                  <a:pt x="485203" y="795248"/>
                </a:lnTo>
                <a:lnTo>
                  <a:pt x="480148" y="798652"/>
                </a:lnTo>
                <a:lnTo>
                  <a:pt x="476745" y="803706"/>
                </a:lnTo>
                <a:lnTo>
                  <a:pt x="475488" y="809904"/>
                </a:lnTo>
                <a:lnTo>
                  <a:pt x="476745" y="816089"/>
                </a:lnTo>
                <a:lnTo>
                  <a:pt x="480148" y="821143"/>
                </a:lnTo>
                <a:lnTo>
                  <a:pt x="485203" y="824547"/>
                </a:lnTo>
                <a:lnTo>
                  <a:pt x="491388" y="825792"/>
                </a:lnTo>
                <a:lnTo>
                  <a:pt x="497573" y="824547"/>
                </a:lnTo>
                <a:lnTo>
                  <a:pt x="502627" y="821143"/>
                </a:lnTo>
                <a:lnTo>
                  <a:pt x="506031" y="816089"/>
                </a:lnTo>
                <a:lnTo>
                  <a:pt x="507288" y="809904"/>
                </a:lnTo>
                <a:close/>
              </a:path>
              <a:path w="1143000" h="1143000">
                <a:moveTo>
                  <a:pt x="507288" y="651408"/>
                </a:moveTo>
                <a:lnTo>
                  <a:pt x="506031" y="645210"/>
                </a:lnTo>
                <a:lnTo>
                  <a:pt x="502627" y="640156"/>
                </a:lnTo>
                <a:lnTo>
                  <a:pt x="497573" y="636752"/>
                </a:lnTo>
                <a:lnTo>
                  <a:pt x="491388" y="635508"/>
                </a:lnTo>
                <a:lnTo>
                  <a:pt x="485203" y="636752"/>
                </a:lnTo>
                <a:lnTo>
                  <a:pt x="480148" y="640156"/>
                </a:lnTo>
                <a:lnTo>
                  <a:pt x="476745" y="645210"/>
                </a:lnTo>
                <a:lnTo>
                  <a:pt x="475488" y="651408"/>
                </a:lnTo>
                <a:lnTo>
                  <a:pt x="476745" y="657593"/>
                </a:lnTo>
                <a:lnTo>
                  <a:pt x="480148" y="662647"/>
                </a:lnTo>
                <a:lnTo>
                  <a:pt x="485203" y="666051"/>
                </a:lnTo>
                <a:lnTo>
                  <a:pt x="491388" y="667296"/>
                </a:lnTo>
                <a:lnTo>
                  <a:pt x="497573" y="666051"/>
                </a:lnTo>
                <a:lnTo>
                  <a:pt x="502627" y="662647"/>
                </a:lnTo>
                <a:lnTo>
                  <a:pt x="506031" y="657593"/>
                </a:lnTo>
                <a:lnTo>
                  <a:pt x="507288" y="651408"/>
                </a:lnTo>
                <a:close/>
              </a:path>
              <a:path w="1143000" h="1143000">
                <a:moveTo>
                  <a:pt x="507288" y="492912"/>
                </a:moveTo>
                <a:lnTo>
                  <a:pt x="506031" y="486714"/>
                </a:lnTo>
                <a:lnTo>
                  <a:pt x="502627" y="481660"/>
                </a:lnTo>
                <a:lnTo>
                  <a:pt x="497573" y="478256"/>
                </a:lnTo>
                <a:lnTo>
                  <a:pt x="491388" y="477012"/>
                </a:lnTo>
                <a:lnTo>
                  <a:pt x="485203" y="478256"/>
                </a:lnTo>
                <a:lnTo>
                  <a:pt x="480148" y="481660"/>
                </a:lnTo>
                <a:lnTo>
                  <a:pt x="476745" y="486714"/>
                </a:lnTo>
                <a:lnTo>
                  <a:pt x="475488" y="492912"/>
                </a:lnTo>
                <a:lnTo>
                  <a:pt x="476745" y="499097"/>
                </a:lnTo>
                <a:lnTo>
                  <a:pt x="480148" y="504151"/>
                </a:lnTo>
                <a:lnTo>
                  <a:pt x="485203" y="507555"/>
                </a:lnTo>
                <a:lnTo>
                  <a:pt x="491388" y="508800"/>
                </a:lnTo>
                <a:lnTo>
                  <a:pt x="497573" y="507555"/>
                </a:lnTo>
                <a:lnTo>
                  <a:pt x="502627" y="504151"/>
                </a:lnTo>
                <a:lnTo>
                  <a:pt x="506031" y="499097"/>
                </a:lnTo>
                <a:lnTo>
                  <a:pt x="507288" y="492912"/>
                </a:lnTo>
                <a:close/>
              </a:path>
              <a:path w="1143000" h="1143000">
                <a:moveTo>
                  <a:pt x="507288" y="332892"/>
                </a:moveTo>
                <a:lnTo>
                  <a:pt x="506031" y="326694"/>
                </a:lnTo>
                <a:lnTo>
                  <a:pt x="502627" y="321640"/>
                </a:lnTo>
                <a:lnTo>
                  <a:pt x="497573" y="318236"/>
                </a:lnTo>
                <a:lnTo>
                  <a:pt x="491388" y="316992"/>
                </a:lnTo>
                <a:lnTo>
                  <a:pt x="485203" y="318236"/>
                </a:lnTo>
                <a:lnTo>
                  <a:pt x="480148" y="321640"/>
                </a:lnTo>
                <a:lnTo>
                  <a:pt x="476745" y="326694"/>
                </a:lnTo>
                <a:lnTo>
                  <a:pt x="475488" y="332892"/>
                </a:lnTo>
                <a:lnTo>
                  <a:pt x="476745" y="339077"/>
                </a:lnTo>
                <a:lnTo>
                  <a:pt x="480148" y="344131"/>
                </a:lnTo>
                <a:lnTo>
                  <a:pt x="485203" y="347535"/>
                </a:lnTo>
                <a:lnTo>
                  <a:pt x="491388" y="348780"/>
                </a:lnTo>
                <a:lnTo>
                  <a:pt x="497573" y="347535"/>
                </a:lnTo>
                <a:lnTo>
                  <a:pt x="502627" y="344131"/>
                </a:lnTo>
                <a:lnTo>
                  <a:pt x="506031" y="339077"/>
                </a:lnTo>
                <a:lnTo>
                  <a:pt x="507288" y="332892"/>
                </a:lnTo>
                <a:close/>
              </a:path>
              <a:path w="1143000" h="1143000">
                <a:moveTo>
                  <a:pt x="507288" y="174409"/>
                </a:moveTo>
                <a:lnTo>
                  <a:pt x="506031" y="168211"/>
                </a:lnTo>
                <a:lnTo>
                  <a:pt x="502627" y="163169"/>
                </a:lnTo>
                <a:lnTo>
                  <a:pt x="497573" y="159753"/>
                </a:lnTo>
                <a:lnTo>
                  <a:pt x="491388" y="158508"/>
                </a:lnTo>
                <a:lnTo>
                  <a:pt x="485203" y="159753"/>
                </a:lnTo>
                <a:lnTo>
                  <a:pt x="480148" y="163169"/>
                </a:lnTo>
                <a:lnTo>
                  <a:pt x="476745" y="168211"/>
                </a:lnTo>
                <a:lnTo>
                  <a:pt x="475488" y="174409"/>
                </a:lnTo>
                <a:lnTo>
                  <a:pt x="476745" y="180594"/>
                </a:lnTo>
                <a:lnTo>
                  <a:pt x="480148" y="185648"/>
                </a:lnTo>
                <a:lnTo>
                  <a:pt x="485203" y="189052"/>
                </a:lnTo>
                <a:lnTo>
                  <a:pt x="491388" y="190296"/>
                </a:lnTo>
                <a:lnTo>
                  <a:pt x="497573" y="189052"/>
                </a:lnTo>
                <a:lnTo>
                  <a:pt x="502627" y="185648"/>
                </a:lnTo>
                <a:lnTo>
                  <a:pt x="506031" y="180594"/>
                </a:lnTo>
                <a:lnTo>
                  <a:pt x="507288" y="174409"/>
                </a:lnTo>
                <a:close/>
              </a:path>
              <a:path w="1143000" h="1143000">
                <a:moveTo>
                  <a:pt x="507288" y="15900"/>
                </a:moveTo>
                <a:lnTo>
                  <a:pt x="506031" y="9702"/>
                </a:lnTo>
                <a:lnTo>
                  <a:pt x="502627" y="4660"/>
                </a:lnTo>
                <a:lnTo>
                  <a:pt x="497573" y="1244"/>
                </a:lnTo>
                <a:lnTo>
                  <a:pt x="491388" y="0"/>
                </a:lnTo>
                <a:lnTo>
                  <a:pt x="485203" y="1244"/>
                </a:lnTo>
                <a:lnTo>
                  <a:pt x="480148" y="4660"/>
                </a:lnTo>
                <a:lnTo>
                  <a:pt x="476745" y="9702"/>
                </a:lnTo>
                <a:lnTo>
                  <a:pt x="475488" y="15900"/>
                </a:lnTo>
                <a:lnTo>
                  <a:pt x="476745" y="22085"/>
                </a:lnTo>
                <a:lnTo>
                  <a:pt x="480148" y="27139"/>
                </a:lnTo>
                <a:lnTo>
                  <a:pt x="485203" y="30543"/>
                </a:lnTo>
                <a:lnTo>
                  <a:pt x="491388" y="31788"/>
                </a:lnTo>
                <a:lnTo>
                  <a:pt x="497573" y="30543"/>
                </a:lnTo>
                <a:lnTo>
                  <a:pt x="502627" y="27139"/>
                </a:lnTo>
                <a:lnTo>
                  <a:pt x="506031" y="22085"/>
                </a:lnTo>
                <a:lnTo>
                  <a:pt x="507288" y="15900"/>
                </a:lnTo>
                <a:close/>
              </a:path>
              <a:path w="1143000" h="1143000">
                <a:moveTo>
                  <a:pt x="665797" y="1126896"/>
                </a:moveTo>
                <a:lnTo>
                  <a:pt x="664603" y="1120698"/>
                </a:lnTo>
                <a:lnTo>
                  <a:pt x="661365" y="1115644"/>
                </a:lnTo>
                <a:lnTo>
                  <a:pt x="656551" y="1112240"/>
                </a:lnTo>
                <a:lnTo>
                  <a:pt x="650659" y="1110996"/>
                </a:lnTo>
                <a:lnTo>
                  <a:pt x="644766" y="1112240"/>
                </a:lnTo>
                <a:lnTo>
                  <a:pt x="639953" y="1115644"/>
                </a:lnTo>
                <a:lnTo>
                  <a:pt x="636714" y="1120698"/>
                </a:lnTo>
                <a:lnTo>
                  <a:pt x="635520" y="1126896"/>
                </a:lnTo>
                <a:lnTo>
                  <a:pt x="636714" y="1133081"/>
                </a:lnTo>
                <a:lnTo>
                  <a:pt x="639953" y="1138135"/>
                </a:lnTo>
                <a:lnTo>
                  <a:pt x="644766" y="1141539"/>
                </a:lnTo>
                <a:lnTo>
                  <a:pt x="650659" y="1142784"/>
                </a:lnTo>
                <a:lnTo>
                  <a:pt x="656551" y="1141539"/>
                </a:lnTo>
                <a:lnTo>
                  <a:pt x="661365" y="1138135"/>
                </a:lnTo>
                <a:lnTo>
                  <a:pt x="664603" y="1133081"/>
                </a:lnTo>
                <a:lnTo>
                  <a:pt x="665797" y="1126896"/>
                </a:lnTo>
                <a:close/>
              </a:path>
              <a:path w="1143000" h="1143000">
                <a:moveTo>
                  <a:pt x="665797" y="968400"/>
                </a:moveTo>
                <a:lnTo>
                  <a:pt x="664603" y="962202"/>
                </a:lnTo>
                <a:lnTo>
                  <a:pt x="661365" y="957148"/>
                </a:lnTo>
                <a:lnTo>
                  <a:pt x="656551" y="953744"/>
                </a:lnTo>
                <a:lnTo>
                  <a:pt x="650659" y="952500"/>
                </a:lnTo>
                <a:lnTo>
                  <a:pt x="644766" y="953744"/>
                </a:lnTo>
                <a:lnTo>
                  <a:pt x="639953" y="957148"/>
                </a:lnTo>
                <a:lnTo>
                  <a:pt x="636714" y="962202"/>
                </a:lnTo>
                <a:lnTo>
                  <a:pt x="635520" y="968400"/>
                </a:lnTo>
                <a:lnTo>
                  <a:pt x="636714" y="974585"/>
                </a:lnTo>
                <a:lnTo>
                  <a:pt x="639953" y="979639"/>
                </a:lnTo>
                <a:lnTo>
                  <a:pt x="644766" y="983043"/>
                </a:lnTo>
                <a:lnTo>
                  <a:pt x="650659" y="984288"/>
                </a:lnTo>
                <a:lnTo>
                  <a:pt x="656551" y="983043"/>
                </a:lnTo>
                <a:lnTo>
                  <a:pt x="661365" y="979639"/>
                </a:lnTo>
                <a:lnTo>
                  <a:pt x="664603" y="974585"/>
                </a:lnTo>
                <a:lnTo>
                  <a:pt x="665797" y="968400"/>
                </a:lnTo>
                <a:close/>
              </a:path>
              <a:path w="1143000" h="1143000">
                <a:moveTo>
                  <a:pt x="665797" y="809904"/>
                </a:moveTo>
                <a:lnTo>
                  <a:pt x="664603" y="803706"/>
                </a:lnTo>
                <a:lnTo>
                  <a:pt x="661365" y="798652"/>
                </a:lnTo>
                <a:lnTo>
                  <a:pt x="656551" y="795248"/>
                </a:lnTo>
                <a:lnTo>
                  <a:pt x="650659" y="794004"/>
                </a:lnTo>
                <a:lnTo>
                  <a:pt x="644766" y="795248"/>
                </a:lnTo>
                <a:lnTo>
                  <a:pt x="639953" y="798652"/>
                </a:lnTo>
                <a:lnTo>
                  <a:pt x="636714" y="803706"/>
                </a:lnTo>
                <a:lnTo>
                  <a:pt x="635520" y="809904"/>
                </a:lnTo>
                <a:lnTo>
                  <a:pt x="636714" y="816089"/>
                </a:lnTo>
                <a:lnTo>
                  <a:pt x="639953" y="821143"/>
                </a:lnTo>
                <a:lnTo>
                  <a:pt x="644766" y="824547"/>
                </a:lnTo>
                <a:lnTo>
                  <a:pt x="650659" y="825792"/>
                </a:lnTo>
                <a:lnTo>
                  <a:pt x="656551" y="824547"/>
                </a:lnTo>
                <a:lnTo>
                  <a:pt x="661365" y="821143"/>
                </a:lnTo>
                <a:lnTo>
                  <a:pt x="664603" y="816089"/>
                </a:lnTo>
                <a:lnTo>
                  <a:pt x="665797" y="809904"/>
                </a:lnTo>
                <a:close/>
              </a:path>
              <a:path w="1143000" h="1143000">
                <a:moveTo>
                  <a:pt x="665797" y="651408"/>
                </a:moveTo>
                <a:lnTo>
                  <a:pt x="664603" y="645210"/>
                </a:lnTo>
                <a:lnTo>
                  <a:pt x="661365" y="640156"/>
                </a:lnTo>
                <a:lnTo>
                  <a:pt x="656551" y="636752"/>
                </a:lnTo>
                <a:lnTo>
                  <a:pt x="650659" y="635508"/>
                </a:lnTo>
                <a:lnTo>
                  <a:pt x="644766" y="636752"/>
                </a:lnTo>
                <a:lnTo>
                  <a:pt x="639953" y="640156"/>
                </a:lnTo>
                <a:lnTo>
                  <a:pt x="636714" y="645210"/>
                </a:lnTo>
                <a:lnTo>
                  <a:pt x="635520" y="651408"/>
                </a:lnTo>
                <a:lnTo>
                  <a:pt x="636714" y="657593"/>
                </a:lnTo>
                <a:lnTo>
                  <a:pt x="639953" y="662647"/>
                </a:lnTo>
                <a:lnTo>
                  <a:pt x="644766" y="666051"/>
                </a:lnTo>
                <a:lnTo>
                  <a:pt x="650659" y="667296"/>
                </a:lnTo>
                <a:lnTo>
                  <a:pt x="656551" y="666051"/>
                </a:lnTo>
                <a:lnTo>
                  <a:pt x="661365" y="662647"/>
                </a:lnTo>
                <a:lnTo>
                  <a:pt x="664603" y="657593"/>
                </a:lnTo>
                <a:lnTo>
                  <a:pt x="665797" y="651408"/>
                </a:lnTo>
                <a:close/>
              </a:path>
              <a:path w="1143000" h="1143000">
                <a:moveTo>
                  <a:pt x="665797" y="492912"/>
                </a:moveTo>
                <a:lnTo>
                  <a:pt x="664603" y="486714"/>
                </a:lnTo>
                <a:lnTo>
                  <a:pt x="661365" y="481660"/>
                </a:lnTo>
                <a:lnTo>
                  <a:pt x="656551" y="478256"/>
                </a:lnTo>
                <a:lnTo>
                  <a:pt x="650659" y="477012"/>
                </a:lnTo>
                <a:lnTo>
                  <a:pt x="644766" y="478256"/>
                </a:lnTo>
                <a:lnTo>
                  <a:pt x="639953" y="481660"/>
                </a:lnTo>
                <a:lnTo>
                  <a:pt x="636714" y="486714"/>
                </a:lnTo>
                <a:lnTo>
                  <a:pt x="635520" y="492912"/>
                </a:lnTo>
                <a:lnTo>
                  <a:pt x="636714" y="499097"/>
                </a:lnTo>
                <a:lnTo>
                  <a:pt x="639953" y="504151"/>
                </a:lnTo>
                <a:lnTo>
                  <a:pt x="644766" y="507555"/>
                </a:lnTo>
                <a:lnTo>
                  <a:pt x="650659" y="508800"/>
                </a:lnTo>
                <a:lnTo>
                  <a:pt x="656551" y="507555"/>
                </a:lnTo>
                <a:lnTo>
                  <a:pt x="661365" y="504151"/>
                </a:lnTo>
                <a:lnTo>
                  <a:pt x="664603" y="499097"/>
                </a:lnTo>
                <a:lnTo>
                  <a:pt x="665797" y="492912"/>
                </a:lnTo>
                <a:close/>
              </a:path>
              <a:path w="1143000" h="1143000">
                <a:moveTo>
                  <a:pt x="665797" y="332892"/>
                </a:moveTo>
                <a:lnTo>
                  <a:pt x="664603" y="326694"/>
                </a:lnTo>
                <a:lnTo>
                  <a:pt x="661365" y="321640"/>
                </a:lnTo>
                <a:lnTo>
                  <a:pt x="656551" y="318236"/>
                </a:lnTo>
                <a:lnTo>
                  <a:pt x="650659" y="316992"/>
                </a:lnTo>
                <a:lnTo>
                  <a:pt x="644766" y="318236"/>
                </a:lnTo>
                <a:lnTo>
                  <a:pt x="639953" y="321640"/>
                </a:lnTo>
                <a:lnTo>
                  <a:pt x="636714" y="326694"/>
                </a:lnTo>
                <a:lnTo>
                  <a:pt x="635520" y="332892"/>
                </a:lnTo>
                <a:lnTo>
                  <a:pt x="636714" y="339077"/>
                </a:lnTo>
                <a:lnTo>
                  <a:pt x="639953" y="344131"/>
                </a:lnTo>
                <a:lnTo>
                  <a:pt x="644766" y="347535"/>
                </a:lnTo>
                <a:lnTo>
                  <a:pt x="650659" y="348780"/>
                </a:lnTo>
                <a:lnTo>
                  <a:pt x="656551" y="347535"/>
                </a:lnTo>
                <a:lnTo>
                  <a:pt x="661365" y="344131"/>
                </a:lnTo>
                <a:lnTo>
                  <a:pt x="664603" y="339077"/>
                </a:lnTo>
                <a:lnTo>
                  <a:pt x="665797" y="332892"/>
                </a:lnTo>
                <a:close/>
              </a:path>
              <a:path w="1143000" h="1143000">
                <a:moveTo>
                  <a:pt x="665797" y="174409"/>
                </a:moveTo>
                <a:lnTo>
                  <a:pt x="664603" y="168211"/>
                </a:lnTo>
                <a:lnTo>
                  <a:pt x="661365" y="163169"/>
                </a:lnTo>
                <a:lnTo>
                  <a:pt x="656551" y="159753"/>
                </a:lnTo>
                <a:lnTo>
                  <a:pt x="650659" y="158508"/>
                </a:lnTo>
                <a:lnTo>
                  <a:pt x="644766" y="159753"/>
                </a:lnTo>
                <a:lnTo>
                  <a:pt x="639953" y="163169"/>
                </a:lnTo>
                <a:lnTo>
                  <a:pt x="636714" y="168211"/>
                </a:lnTo>
                <a:lnTo>
                  <a:pt x="635520" y="174409"/>
                </a:lnTo>
                <a:lnTo>
                  <a:pt x="636714" y="180594"/>
                </a:lnTo>
                <a:lnTo>
                  <a:pt x="639953" y="185648"/>
                </a:lnTo>
                <a:lnTo>
                  <a:pt x="644766" y="189052"/>
                </a:lnTo>
                <a:lnTo>
                  <a:pt x="650659" y="190296"/>
                </a:lnTo>
                <a:lnTo>
                  <a:pt x="656551" y="189052"/>
                </a:lnTo>
                <a:lnTo>
                  <a:pt x="661365" y="185648"/>
                </a:lnTo>
                <a:lnTo>
                  <a:pt x="664603" y="180594"/>
                </a:lnTo>
                <a:lnTo>
                  <a:pt x="665797" y="174409"/>
                </a:lnTo>
                <a:close/>
              </a:path>
              <a:path w="1143000" h="1143000">
                <a:moveTo>
                  <a:pt x="665797" y="15900"/>
                </a:moveTo>
                <a:lnTo>
                  <a:pt x="664603" y="9702"/>
                </a:lnTo>
                <a:lnTo>
                  <a:pt x="661365" y="4660"/>
                </a:lnTo>
                <a:lnTo>
                  <a:pt x="656551" y="1244"/>
                </a:lnTo>
                <a:lnTo>
                  <a:pt x="650659" y="0"/>
                </a:lnTo>
                <a:lnTo>
                  <a:pt x="644766" y="1244"/>
                </a:lnTo>
                <a:lnTo>
                  <a:pt x="639953" y="4660"/>
                </a:lnTo>
                <a:lnTo>
                  <a:pt x="636714" y="9702"/>
                </a:lnTo>
                <a:lnTo>
                  <a:pt x="635520" y="15900"/>
                </a:lnTo>
                <a:lnTo>
                  <a:pt x="636714" y="22085"/>
                </a:lnTo>
                <a:lnTo>
                  <a:pt x="639953" y="27139"/>
                </a:lnTo>
                <a:lnTo>
                  <a:pt x="644766" y="30543"/>
                </a:lnTo>
                <a:lnTo>
                  <a:pt x="650659" y="31788"/>
                </a:lnTo>
                <a:lnTo>
                  <a:pt x="656551" y="30543"/>
                </a:lnTo>
                <a:lnTo>
                  <a:pt x="661365" y="27139"/>
                </a:lnTo>
                <a:lnTo>
                  <a:pt x="664603" y="22085"/>
                </a:lnTo>
                <a:lnTo>
                  <a:pt x="665797" y="15900"/>
                </a:lnTo>
                <a:close/>
              </a:path>
              <a:path w="1143000" h="1143000">
                <a:moveTo>
                  <a:pt x="825804" y="1126896"/>
                </a:moveTo>
                <a:lnTo>
                  <a:pt x="824547" y="1120698"/>
                </a:lnTo>
                <a:lnTo>
                  <a:pt x="821143" y="1115644"/>
                </a:lnTo>
                <a:lnTo>
                  <a:pt x="816089" y="1112240"/>
                </a:lnTo>
                <a:lnTo>
                  <a:pt x="809904" y="1110996"/>
                </a:lnTo>
                <a:lnTo>
                  <a:pt x="803719" y="1112240"/>
                </a:lnTo>
                <a:lnTo>
                  <a:pt x="798664" y="1115644"/>
                </a:lnTo>
                <a:lnTo>
                  <a:pt x="795261" y="1120698"/>
                </a:lnTo>
                <a:lnTo>
                  <a:pt x="794004" y="1126896"/>
                </a:lnTo>
                <a:lnTo>
                  <a:pt x="795261" y="1133081"/>
                </a:lnTo>
                <a:lnTo>
                  <a:pt x="798664" y="1138135"/>
                </a:lnTo>
                <a:lnTo>
                  <a:pt x="803719" y="1141539"/>
                </a:lnTo>
                <a:lnTo>
                  <a:pt x="809904" y="1142784"/>
                </a:lnTo>
                <a:lnTo>
                  <a:pt x="816089" y="1141539"/>
                </a:lnTo>
                <a:lnTo>
                  <a:pt x="821143" y="1138135"/>
                </a:lnTo>
                <a:lnTo>
                  <a:pt x="824547" y="1133081"/>
                </a:lnTo>
                <a:lnTo>
                  <a:pt x="825804" y="1126896"/>
                </a:lnTo>
                <a:close/>
              </a:path>
              <a:path w="1143000" h="1143000">
                <a:moveTo>
                  <a:pt x="825804" y="968400"/>
                </a:moveTo>
                <a:lnTo>
                  <a:pt x="824547" y="962202"/>
                </a:lnTo>
                <a:lnTo>
                  <a:pt x="821143" y="957148"/>
                </a:lnTo>
                <a:lnTo>
                  <a:pt x="816089" y="953744"/>
                </a:lnTo>
                <a:lnTo>
                  <a:pt x="809904" y="952500"/>
                </a:lnTo>
                <a:lnTo>
                  <a:pt x="803719" y="953744"/>
                </a:lnTo>
                <a:lnTo>
                  <a:pt x="798664" y="957148"/>
                </a:lnTo>
                <a:lnTo>
                  <a:pt x="795261" y="962202"/>
                </a:lnTo>
                <a:lnTo>
                  <a:pt x="794004" y="968400"/>
                </a:lnTo>
                <a:lnTo>
                  <a:pt x="795261" y="974585"/>
                </a:lnTo>
                <a:lnTo>
                  <a:pt x="798664" y="979639"/>
                </a:lnTo>
                <a:lnTo>
                  <a:pt x="803719" y="983043"/>
                </a:lnTo>
                <a:lnTo>
                  <a:pt x="809904" y="984288"/>
                </a:lnTo>
                <a:lnTo>
                  <a:pt x="816089" y="983043"/>
                </a:lnTo>
                <a:lnTo>
                  <a:pt x="821143" y="979639"/>
                </a:lnTo>
                <a:lnTo>
                  <a:pt x="824547" y="974585"/>
                </a:lnTo>
                <a:lnTo>
                  <a:pt x="825804" y="968400"/>
                </a:lnTo>
                <a:close/>
              </a:path>
              <a:path w="1143000" h="1143000">
                <a:moveTo>
                  <a:pt x="825804" y="809904"/>
                </a:moveTo>
                <a:lnTo>
                  <a:pt x="824547" y="803706"/>
                </a:lnTo>
                <a:lnTo>
                  <a:pt x="821143" y="798652"/>
                </a:lnTo>
                <a:lnTo>
                  <a:pt x="816089" y="795248"/>
                </a:lnTo>
                <a:lnTo>
                  <a:pt x="809904" y="794004"/>
                </a:lnTo>
                <a:lnTo>
                  <a:pt x="803719" y="795248"/>
                </a:lnTo>
                <a:lnTo>
                  <a:pt x="798664" y="798652"/>
                </a:lnTo>
                <a:lnTo>
                  <a:pt x="795261" y="803706"/>
                </a:lnTo>
                <a:lnTo>
                  <a:pt x="794004" y="809904"/>
                </a:lnTo>
                <a:lnTo>
                  <a:pt x="795261" y="816089"/>
                </a:lnTo>
                <a:lnTo>
                  <a:pt x="798664" y="821143"/>
                </a:lnTo>
                <a:lnTo>
                  <a:pt x="803719" y="824547"/>
                </a:lnTo>
                <a:lnTo>
                  <a:pt x="809904" y="825792"/>
                </a:lnTo>
                <a:lnTo>
                  <a:pt x="816089" y="824547"/>
                </a:lnTo>
                <a:lnTo>
                  <a:pt x="821143" y="821143"/>
                </a:lnTo>
                <a:lnTo>
                  <a:pt x="824547" y="816089"/>
                </a:lnTo>
                <a:lnTo>
                  <a:pt x="825804" y="809904"/>
                </a:lnTo>
                <a:close/>
              </a:path>
              <a:path w="1143000" h="1143000">
                <a:moveTo>
                  <a:pt x="825804" y="651408"/>
                </a:moveTo>
                <a:lnTo>
                  <a:pt x="824547" y="645210"/>
                </a:lnTo>
                <a:lnTo>
                  <a:pt x="821143" y="640156"/>
                </a:lnTo>
                <a:lnTo>
                  <a:pt x="816089" y="636752"/>
                </a:lnTo>
                <a:lnTo>
                  <a:pt x="809904" y="635508"/>
                </a:lnTo>
                <a:lnTo>
                  <a:pt x="803719" y="636752"/>
                </a:lnTo>
                <a:lnTo>
                  <a:pt x="798664" y="640156"/>
                </a:lnTo>
                <a:lnTo>
                  <a:pt x="795261" y="645210"/>
                </a:lnTo>
                <a:lnTo>
                  <a:pt x="794004" y="651408"/>
                </a:lnTo>
                <a:lnTo>
                  <a:pt x="795261" y="657593"/>
                </a:lnTo>
                <a:lnTo>
                  <a:pt x="798664" y="662647"/>
                </a:lnTo>
                <a:lnTo>
                  <a:pt x="803719" y="666051"/>
                </a:lnTo>
                <a:lnTo>
                  <a:pt x="809904" y="667296"/>
                </a:lnTo>
                <a:lnTo>
                  <a:pt x="816089" y="666051"/>
                </a:lnTo>
                <a:lnTo>
                  <a:pt x="821143" y="662647"/>
                </a:lnTo>
                <a:lnTo>
                  <a:pt x="824547" y="657593"/>
                </a:lnTo>
                <a:lnTo>
                  <a:pt x="825804" y="651408"/>
                </a:lnTo>
                <a:close/>
              </a:path>
              <a:path w="1143000" h="1143000">
                <a:moveTo>
                  <a:pt x="825804" y="492912"/>
                </a:moveTo>
                <a:lnTo>
                  <a:pt x="824547" y="486714"/>
                </a:lnTo>
                <a:lnTo>
                  <a:pt x="821143" y="481660"/>
                </a:lnTo>
                <a:lnTo>
                  <a:pt x="816089" y="478256"/>
                </a:lnTo>
                <a:lnTo>
                  <a:pt x="809904" y="477012"/>
                </a:lnTo>
                <a:lnTo>
                  <a:pt x="803719" y="478256"/>
                </a:lnTo>
                <a:lnTo>
                  <a:pt x="798664" y="481660"/>
                </a:lnTo>
                <a:lnTo>
                  <a:pt x="795261" y="486714"/>
                </a:lnTo>
                <a:lnTo>
                  <a:pt x="794004" y="492912"/>
                </a:lnTo>
                <a:lnTo>
                  <a:pt x="795261" y="499097"/>
                </a:lnTo>
                <a:lnTo>
                  <a:pt x="798664" y="504151"/>
                </a:lnTo>
                <a:lnTo>
                  <a:pt x="803719" y="507555"/>
                </a:lnTo>
                <a:lnTo>
                  <a:pt x="809904" y="508800"/>
                </a:lnTo>
                <a:lnTo>
                  <a:pt x="816089" y="507555"/>
                </a:lnTo>
                <a:lnTo>
                  <a:pt x="821143" y="504151"/>
                </a:lnTo>
                <a:lnTo>
                  <a:pt x="824547" y="499097"/>
                </a:lnTo>
                <a:lnTo>
                  <a:pt x="825804" y="492912"/>
                </a:lnTo>
                <a:close/>
              </a:path>
              <a:path w="1143000" h="1143000">
                <a:moveTo>
                  <a:pt x="825804" y="332892"/>
                </a:moveTo>
                <a:lnTo>
                  <a:pt x="824547" y="326694"/>
                </a:lnTo>
                <a:lnTo>
                  <a:pt x="821143" y="321640"/>
                </a:lnTo>
                <a:lnTo>
                  <a:pt x="816089" y="318236"/>
                </a:lnTo>
                <a:lnTo>
                  <a:pt x="809904" y="316992"/>
                </a:lnTo>
                <a:lnTo>
                  <a:pt x="803719" y="318236"/>
                </a:lnTo>
                <a:lnTo>
                  <a:pt x="798664" y="321640"/>
                </a:lnTo>
                <a:lnTo>
                  <a:pt x="795261" y="326694"/>
                </a:lnTo>
                <a:lnTo>
                  <a:pt x="794004" y="332892"/>
                </a:lnTo>
                <a:lnTo>
                  <a:pt x="795261" y="339077"/>
                </a:lnTo>
                <a:lnTo>
                  <a:pt x="798664" y="344131"/>
                </a:lnTo>
                <a:lnTo>
                  <a:pt x="803719" y="347535"/>
                </a:lnTo>
                <a:lnTo>
                  <a:pt x="809904" y="348780"/>
                </a:lnTo>
                <a:lnTo>
                  <a:pt x="816089" y="347535"/>
                </a:lnTo>
                <a:lnTo>
                  <a:pt x="821143" y="344131"/>
                </a:lnTo>
                <a:lnTo>
                  <a:pt x="824547" y="339077"/>
                </a:lnTo>
                <a:lnTo>
                  <a:pt x="825804" y="332892"/>
                </a:lnTo>
                <a:close/>
              </a:path>
              <a:path w="1143000" h="1143000">
                <a:moveTo>
                  <a:pt x="825804" y="174409"/>
                </a:moveTo>
                <a:lnTo>
                  <a:pt x="824547" y="168211"/>
                </a:lnTo>
                <a:lnTo>
                  <a:pt x="821143" y="163169"/>
                </a:lnTo>
                <a:lnTo>
                  <a:pt x="816089" y="159753"/>
                </a:lnTo>
                <a:lnTo>
                  <a:pt x="809904" y="158508"/>
                </a:lnTo>
                <a:lnTo>
                  <a:pt x="803719" y="159753"/>
                </a:lnTo>
                <a:lnTo>
                  <a:pt x="798664" y="163169"/>
                </a:lnTo>
                <a:lnTo>
                  <a:pt x="795261" y="168211"/>
                </a:lnTo>
                <a:lnTo>
                  <a:pt x="794004" y="174409"/>
                </a:lnTo>
                <a:lnTo>
                  <a:pt x="795261" y="180594"/>
                </a:lnTo>
                <a:lnTo>
                  <a:pt x="798664" y="185648"/>
                </a:lnTo>
                <a:lnTo>
                  <a:pt x="803719" y="189052"/>
                </a:lnTo>
                <a:lnTo>
                  <a:pt x="809904" y="190296"/>
                </a:lnTo>
                <a:lnTo>
                  <a:pt x="816089" y="189052"/>
                </a:lnTo>
                <a:lnTo>
                  <a:pt x="821143" y="185648"/>
                </a:lnTo>
                <a:lnTo>
                  <a:pt x="824547" y="180594"/>
                </a:lnTo>
                <a:lnTo>
                  <a:pt x="825804" y="174409"/>
                </a:lnTo>
                <a:close/>
              </a:path>
              <a:path w="1143000" h="1143000">
                <a:moveTo>
                  <a:pt x="825804" y="15900"/>
                </a:moveTo>
                <a:lnTo>
                  <a:pt x="824547" y="9702"/>
                </a:lnTo>
                <a:lnTo>
                  <a:pt x="821143" y="4660"/>
                </a:lnTo>
                <a:lnTo>
                  <a:pt x="816089" y="1244"/>
                </a:lnTo>
                <a:lnTo>
                  <a:pt x="809904" y="0"/>
                </a:lnTo>
                <a:lnTo>
                  <a:pt x="803719" y="1244"/>
                </a:lnTo>
                <a:lnTo>
                  <a:pt x="798664" y="4660"/>
                </a:lnTo>
                <a:lnTo>
                  <a:pt x="795261" y="9702"/>
                </a:lnTo>
                <a:lnTo>
                  <a:pt x="794004" y="15900"/>
                </a:lnTo>
                <a:lnTo>
                  <a:pt x="795261" y="22085"/>
                </a:lnTo>
                <a:lnTo>
                  <a:pt x="798664" y="27139"/>
                </a:lnTo>
                <a:lnTo>
                  <a:pt x="803719" y="30543"/>
                </a:lnTo>
                <a:lnTo>
                  <a:pt x="809904" y="31788"/>
                </a:lnTo>
                <a:lnTo>
                  <a:pt x="816089" y="30543"/>
                </a:lnTo>
                <a:lnTo>
                  <a:pt x="821143" y="27139"/>
                </a:lnTo>
                <a:lnTo>
                  <a:pt x="824547" y="22085"/>
                </a:lnTo>
                <a:lnTo>
                  <a:pt x="825804" y="15900"/>
                </a:lnTo>
                <a:close/>
              </a:path>
              <a:path w="1143000" h="1143000">
                <a:moveTo>
                  <a:pt x="984300" y="1126896"/>
                </a:moveTo>
                <a:lnTo>
                  <a:pt x="983043" y="1120698"/>
                </a:lnTo>
                <a:lnTo>
                  <a:pt x="979639" y="1115644"/>
                </a:lnTo>
                <a:lnTo>
                  <a:pt x="974585" y="1112240"/>
                </a:lnTo>
                <a:lnTo>
                  <a:pt x="968400" y="1110996"/>
                </a:lnTo>
                <a:lnTo>
                  <a:pt x="962215" y="1112240"/>
                </a:lnTo>
                <a:lnTo>
                  <a:pt x="957160" y="1115644"/>
                </a:lnTo>
                <a:lnTo>
                  <a:pt x="953757" y="1120698"/>
                </a:lnTo>
                <a:lnTo>
                  <a:pt x="952500" y="1126896"/>
                </a:lnTo>
                <a:lnTo>
                  <a:pt x="953757" y="1133081"/>
                </a:lnTo>
                <a:lnTo>
                  <a:pt x="957160" y="1138135"/>
                </a:lnTo>
                <a:lnTo>
                  <a:pt x="962215" y="1141539"/>
                </a:lnTo>
                <a:lnTo>
                  <a:pt x="968400" y="1142784"/>
                </a:lnTo>
                <a:lnTo>
                  <a:pt x="974585" y="1141539"/>
                </a:lnTo>
                <a:lnTo>
                  <a:pt x="979639" y="1138135"/>
                </a:lnTo>
                <a:lnTo>
                  <a:pt x="983043" y="1133081"/>
                </a:lnTo>
                <a:lnTo>
                  <a:pt x="984300" y="1126896"/>
                </a:lnTo>
                <a:close/>
              </a:path>
              <a:path w="1143000" h="1143000">
                <a:moveTo>
                  <a:pt x="984300" y="968400"/>
                </a:moveTo>
                <a:lnTo>
                  <a:pt x="983043" y="962202"/>
                </a:lnTo>
                <a:lnTo>
                  <a:pt x="979639" y="957148"/>
                </a:lnTo>
                <a:lnTo>
                  <a:pt x="974585" y="953744"/>
                </a:lnTo>
                <a:lnTo>
                  <a:pt x="968400" y="952500"/>
                </a:lnTo>
                <a:lnTo>
                  <a:pt x="962215" y="953744"/>
                </a:lnTo>
                <a:lnTo>
                  <a:pt x="957160" y="957148"/>
                </a:lnTo>
                <a:lnTo>
                  <a:pt x="953757" y="962202"/>
                </a:lnTo>
                <a:lnTo>
                  <a:pt x="952500" y="968400"/>
                </a:lnTo>
                <a:lnTo>
                  <a:pt x="953757" y="974585"/>
                </a:lnTo>
                <a:lnTo>
                  <a:pt x="957160" y="979639"/>
                </a:lnTo>
                <a:lnTo>
                  <a:pt x="962215" y="983043"/>
                </a:lnTo>
                <a:lnTo>
                  <a:pt x="968400" y="984288"/>
                </a:lnTo>
                <a:lnTo>
                  <a:pt x="974585" y="983043"/>
                </a:lnTo>
                <a:lnTo>
                  <a:pt x="979639" y="979639"/>
                </a:lnTo>
                <a:lnTo>
                  <a:pt x="983043" y="974585"/>
                </a:lnTo>
                <a:lnTo>
                  <a:pt x="984300" y="968400"/>
                </a:lnTo>
                <a:close/>
              </a:path>
              <a:path w="1143000" h="1143000">
                <a:moveTo>
                  <a:pt x="984300" y="809904"/>
                </a:moveTo>
                <a:lnTo>
                  <a:pt x="983043" y="803706"/>
                </a:lnTo>
                <a:lnTo>
                  <a:pt x="979639" y="798652"/>
                </a:lnTo>
                <a:lnTo>
                  <a:pt x="974585" y="795248"/>
                </a:lnTo>
                <a:lnTo>
                  <a:pt x="968400" y="794004"/>
                </a:lnTo>
                <a:lnTo>
                  <a:pt x="962215" y="795248"/>
                </a:lnTo>
                <a:lnTo>
                  <a:pt x="957160" y="798652"/>
                </a:lnTo>
                <a:lnTo>
                  <a:pt x="953757" y="803706"/>
                </a:lnTo>
                <a:lnTo>
                  <a:pt x="952500" y="809904"/>
                </a:lnTo>
                <a:lnTo>
                  <a:pt x="953757" y="816089"/>
                </a:lnTo>
                <a:lnTo>
                  <a:pt x="957160" y="821143"/>
                </a:lnTo>
                <a:lnTo>
                  <a:pt x="962215" y="824547"/>
                </a:lnTo>
                <a:lnTo>
                  <a:pt x="968400" y="825792"/>
                </a:lnTo>
                <a:lnTo>
                  <a:pt x="974585" y="824547"/>
                </a:lnTo>
                <a:lnTo>
                  <a:pt x="979639" y="821143"/>
                </a:lnTo>
                <a:lnTo>
                  <a:pt x="983043" y="816089"/>
                </a:lnTo>
                <a:lnTo>
                  <a:pt x="984300" y="809904"/>
                </a:lnTo>
                <a:close/>
              </a:path>
              <a:path w="1143000" h="1143000">
                <a:moveTo>
                  <a:pt x="984300" y="651408"/>
                </a:moveTo>
                <a:lnTo>
                  <a:pt x="983043" y="645210"/>
                </a:lnTo>
                <a:lnTo>
                  <a:pt x="979639" y="640156"/>
                </a:lnTo>
                <a:lnTo>
                  <a:pt x="974585" y="636752"/>
                </a:lnTo>
                <a:lnTo>
                  <a:pt x="968400" y="635508"/>
                </a:lnTo>
                <a:lnTo>
                  <a:pt x="962215" y="636752"/>
                </a:lnTo>
                <a:lnTo>
                  <a:pt x="957160" y="640156"/>
                </a:lnTo>
                <a:lnTo>
                  <a:pt x="953757" y="645210"/>
                </a:lnTo>
                <a:lnTo>
                  <a:pt x="952500" y="651408"/>
                </a:lnTo>
                <a:lnTo>
                  <a:pt x="953757" y="657593"/>
                </a:lnTo>
                <a:lnTo>
                  <a:pt x="957160" y="662647"/>
                </a:lnTo>
                <a:lnTo>
                  <a:pt x="962215" y="666051"/>
                </a:lnTo>
                <a:lnTo>
                  <a:pt x="968400" y="667296"/>
                </a:lnTo>
                <a:lnTo>
                  <a:pt x="974585" y="666051"/>
                </a:lnTo>
                <a:lnTo>
                  <a:pt x="979639" y="662647"/>
                </a:lnTo>
                <a:lnTo>
                  <a:pt x="983043" y="657593"/>
                </a:lnTo>
                <a:lnTo>
                  <a:pt x="984300" y="651408"/>
                </a:lnTo>
                <a:close/>
              </a:path>
              <a:path w="1143000" h="1143000">
                <a:moveTo>
                  <a:pt x="984300" y="492912"/>
                </a:moveTo>
                <a:lnTo>
                  <a:pt x="983043" y="486714"/>
                </a:lnTo>
                <a:lnTo>
                  <a:pt x="979639" y="481660"/>
                </a:lnTo>
                <a:lnTo>
                  <a:pt x="974585" y="478256"/>
                </a:lnTo>
                <a:lnTo>
                  <a:pt x="968400" y="477012"/>
                </a:lnTo>
                <a:lnTo>
                  <a:pt x="962215" y="478256"/>
                </a:lnTo>
                <a:lnTo>
                  <a:pt x="957160" y="481660"/>
                </a:lnTo>
                <a:lnTo>
                  <a:pt x="953757" y="486714"/>
                </a:lnTo>
                <a:lnTo>
                  <a:pt x="952500" y="492912"/>
                </a:lnTo>
                <a:lnTo>
                  <a:pt x="953757" y="499097"/>
                </a:lnTo>
                <a:lnTo>
                  <a:pt x="957160" y="504151"/>
                </a:lnTo>
                <a:lnTo>
                  <a:pt x="962215" y="507555"/>
                </a:lnTo>
                <a:lnTo>
                  <a:pt x="968400" y="508800"/>
                </a:lnTo>
                <a:lnTo>
                  <a:pt x="974585" y="507555"/>
                </a:lnTo>
                <a:lnTo>
                  <a:pt x="979639" y="504151"/>
                </a:lnTo>
                <a:lnTo>
                  <a:pt x="983043" y="499097"/>
                </a:lnTo>
                <a:lnTo>
                  <a:pt x="984300" y="492912"/>
                </a:lnTo>
                <a:close/>
              </a:path>
              <a:path w="1143000" h="1143000">
                <a:moveTo>
                  <a:pt x="984300" y="332892"/>
                </a:moveTo>
                <a:lnTo>
                  <a:pt x="983043" y="326694"/>
                </a:lnTo>
                <a:lnTo>
                  <a:pt x="979639" y="321640"/>
                </a:lnTo>
                <a:lnTo>
                  <a:pt x="974585" y="318236"/>
                </a:lnTo>
                <a:lnTo>
                  <a:pt x="968400" y="316992"/>
                </a:lnTo>
                <a:lnTo>
                  <a:pt x="962215" y="318236"/>
                </a:lnTo>
                <a:lnTo>
                  <a:pt x="957160" y="321640"/>
                </a:lnTo>
                <a:lnTo>
                  <a:pt x="953757" y="326694"/>
                </a:lnTo>
                <a:lnTo>
                  <a:pt x="952500" y="332892"/>
                </a:lnTo>
                <a:lnTo>
                  <a:pt x="953757" y="339077"/>
                </a:lnTo>
                <a:lnTo>
                  <a:pt x="957160" y="344131"/>
                </a:lnTo>
                <a:lnTo>
                  <a:pt x="962215" y="347535"/>
                </a:lnTo>
                <a:lnTo>
                  <a:pt x="968400" y="348780"/>
                </a:lnTo>
                <a:lnTo>
                  <a:pt x="974585" y="347535"/>
                </a:lnTo>
                <a:lnTo>
                  <a:pt x="979639" y="344131"/>
                </a:lnTo>
                <a:lnTo>
                  <a:pt x="983043" y="339077"/>
                </a:lnTo>
                <a:lnTo>
                  <a:pt x="984300" y="332892"/>
                </a:lnTo>
                <a:close/>
              </a:path>
              <a:path w="1143000" h="1143000">
                <a:moveTo>
                  <a:pt x="984300" y="174409"/>
                </a:moveTo>
                <a:lnTo>
                  <a:pt x="983043" y="168211"/>
                </a:lnTo>
                <a:lnTo>
                  <a:pt x="979639" y="163169"/>
                </a:lnTo>
                <a:lnTo>
                  <a:pt x="974585" y="159753"/>
                </a:lnTo>
                <a:lnTo>
                  <a:pt x="968400" y="158508"/>
                </a:lnTo>
                <a:lnTo>
                  <a:pt x="962215" y="159753"/>
                </a:lnTo>
                <a:lnTo>
                  <a:pt x="957160" y="163169"/>
                </a:lnTo>
                <a:lnTo>
                  <a:pt x="953757" y="168211"/>
                </a:lnTo>
                <a:lnTo>
                  <a:pt x="952500" y="174409"/>
                </a:lnTo>
                <a:lnTo>
                  <a:pt x="953757" y="180594"/>
                </a:lnTo>
                <a:lnTo>
                  <a:pt x="957160" y="185648"/>
                </a:lnTo>
                <a:lnTo>
                  <a:pt x="962215" y="189052"/>
                </a:lnTo>
                <a:lnTo>
                  <a:pt x="968400" y="190296"/>
                </a:lnTo>
                <a:lnTo>
                  <a:pt x="974585" y="189052"/>
                </a:lnTo>
                <a:lnTo>
                  <a:pt x="979639" y="185648"/>
                </a:lnTo>
                <a:lnTo>
                  <a:pt x="983043" y="180594"/>
                </a:lnTo>
                <a:lnTo>
                  <a:pt x="984300" y="174409"/>
                </a:lnTo>
                <a:close/>
              </a:path>
              <a:path w="1143000" h="1143000">
                <a:moveTo>
                  <a:pt x="984300" y="15900"/>
                </a:moveTo>
                <a:lnTo>
                  <a:pt x="983043" y="9702"/>
                </a:lnTo>
                <a:lnTo>
                  <a:pt x="979639" y="4660"/>
                </a:lnTo>
                <a:lnTo>
                  <a:pt x="974585" y="1244"/>
                </a:lnTo>
                <a:lnTo>
                  <a:pt x="968400" y="0"/>
                </a:lnTo>
                <a:lnTo>
                  <a:pt x="962215" y="1244"/>
                </a:lnTo>
                <a:lnTo>
                  <a:pt x="957160" y="4660"/>
                </a:lnTo>
                <a:lnTo>
                  <a:pt x="953757" y="9702"/>
                </a:lnTo>
                <a:lnTo>
                  <a:pt x="952500" y="15900"/>
                </a:lnTo>
                <a:lnTo>
                  <a:pt x="953757" y="22085"/>
                </a:lnTo>
                <a:lnTo>
                  <a:pt x="957160" y="27139"/>
                </a:lnTo>
                <a:lnTo>
                  <a:pt x="962215" y="30543"/>
                </a:lnTo>
                <a:lnTo>
                  <a:pt x="968400" y="31788"/>
                </a:lnTo>
                <a:lnTo>
                  <a:pt x="974585" y="30543"/>
                </a:lnTo>
                <a:lnTo>
                  <a:pt x="979639" y="27139"/>
                </a:lnTo>
                <a:lnTo>
                  <a:pt x="983043" y="22085"/>
                </a:lnTo>
                <a:lnTo>
                  <a:pt x="984300" y="15900"/>
                </a:lnTo>
                <a:close/>
              </a:path>
              <a:path w="1143000" h="1143000">
                <a:moveTo>
                  <a:pt x="1142796" y="1126896"/>
                </a:moveTo>
                <a:lnTo>
                  <a:pt x="1141539" y="1120698"/>
                </a:lnTo>
                <a:lnTo>
                  <a:pt x="1138135" y="1115644"/>
                </a:lnTo>
                <a:lnTo>
                  <a:pt x="1133081" y="1112240"/>
                </a:lnTo>
                <a:lnTo>
                  <a:pt x="1126896" y="1110996"/>
                </a:lnTo>
                <a:lnTo>
                  <a:pt x="1120711" y="1112240"/>
                </a:lnTo>
                <a:lnTo>
                  <a:pt x="1115656" y="1115644"/>
                </a:lnTo>
                <a:lnTo>
                  <a:pt x="1112253" y="1120698"/>
                </a:lnTo>
                <a:lnTo>
                  <a:pt x="1110996" y="1126896"/>
                </a:lnTo>
                <a:lnTo>
                  <a:pt x="1112253" y="1133081"/>
                </a:lnTo>
                <a:lnTo>
                  <a:pt x="1115656" y="1138135"/>
                </a:lnTo>
                <a:lnTo>
                  <a:pt x="1120711" y="1141539"/>
                </a:lnTo>
                <a:lnTo>
                  <a:pt x="1126896" y="1142784"/>
                </a:lnTo>
                <a:lnTo>
                  <a:pt x="1133081" y="1141539"/>
                </a:lnTo>
                <a:lnTo>
                  <a:pt x="1138135" y="1138135"/>
                </a:lnTo>
                <a:lnTo>
                  <a:pt x="1141539" y="1133081"/>
                </a:lnTo>
                <a:lnTo>
                  <a:pt x="1142796" y="1126896"/>
                </a:lnTo>
                <a:close/>
              </a:path>
              <a:path w="1143000" h="1143000">
                <a:moveTo>
                  <a:pt x="1142796" y="968400"/>
                </a:moveTo>
                <a:lnTo>
                  <a:pt x="1141539" y="962202"/>
                </a:lnTo>
                <a:lnTo>
                  <a:pt x="1138135" y="957148"/>
                </a:lnTo>
                <a:lnTo>
                  <a:pt x="1133081" y="953744"/>
                </a:lnTo>
                <a:lnTo>
                  <a:pt x="1126896" y="952500"/>
                </a:lnTo>
                <a:lnTo>
                  <a:pt x="1120711" y="953744"/>
                </a:lnTo>
                <a:lnTo>
                  <a:pt x="1115656" y="957148"/>
                </a:lnTo>
                <a:lnTo>
                  <a:pt x="1112253" y="962202"/>
                </a:lnTo>
                <a:lnTo>
                  <a:pt x="1110996" y="968400"/>
                </a:lnTo>
                <a:lnTo>
                  <a:pt x="1112253" y="974585"/>
                </a:lnTo>
                <a:lnTo>
                  <a:pt x="1115656" y="979639"/>
                </a:lnTo>
                <a:lnTo>
                  <a:pt x="1120711" y="983043"/>
                </a:lnTo>
                <a:lnTo>
                  <a:pt x="1126896" y="984288"/>
                </a:lnTo>
                <a:lnTo>
                  <a:pt x="1133081" y="983043"/>
                </a:lnTo>
                <a:lnTo>
                  <a:pt x="1138135" y="979639"/>
                </a:lnTo>
                <a:lnTo>
                  <a:pt x="1141539" y="974585"/>
                </a:lnTo>
                <a:lnTo>
                  <a:pt x="1142796" y="968400"/>
                </a:lnTo>
                <a:close/>
              </a:path>
              <a:path w="1143000" h="1143000">
                <a:moveTo>
                  <a:pt x="1142796" y="809904"/>
                </a:moveTo>
                <a:lnTo>
                  <a:pt x="1141539" y="803706"/>
                </a:lnTo>
                <a:lnTo>
                  <a:pt x="1138135" y="798652"/>
                </a:lnTo>
                <a:lnTo>
                  <a:pt x="1133081" y="795248"/>
                </a:lnTo>
                <a:lnTo>
                  <a:pt x="1126896" y="794004"/>
                </a:lnTo>
                <a:lnTo>
                  <a:pt x="1120711" y="795248"/>
                </a:lnTo>
                <a:lnTo>
                  <a:pt x="1115656" y="798652"/>
                </a:lnTo>
                <a:lnTo>
                  <a:pt x="1112253" y="803706"/>
                </a:lnTo>
                <a:lnTo>
                  <a:pt x="1110996" y="809904"/>
                </a:lnTo>
                <a:lnTo>
                  <a:pt x="1112253" y="816089"/>
                </a:lnTo>
                <a:lnTo>
                  <a:pt x="1115656" y="821143"/>
                </a:lnTo>
                <a:lnTo>
                  <a:pt x="1120711" y="824547"/>
                </a:lnTo>
                <a:lnTo>
                  <a:pt x="1126896" y="825792"/>
                </a:lnTo>
                <a:lnTo>
                  <a:pt x="1133081" y="824547"/>
                </a:lnTo>
                <a:lnTo>
                  <a:pt x="1138135" y="821143"/>
                </a:lnTo>
                <a:lnTo>
                  <a:pt x="1141539" y="816089"/>
                </a:lnTo>
                <a:lnTo>
                  <a:pt x="1142796" y="809904"/>
                </a:lnTo>
                <a:close/>
              </a:path>
              <a:path w="1143000" h="1143000">
                <a:moveTo>
                  <a:pt x="1142796" y="651408"/>
                </a:moveTo>
                <a:lnTo>
                  <a:pt x="1141539" y="645210"/>
                </a:lnTo>
                <a:lnTo>
                  <a:pt x="1138135" y="640156"/>
                </a:lnTo>
                <a:lnTo>
                  <a:pt x="1133081" y="636752"/>
                </a:lnTo>
                <a:lnTo>
                  <a:pt x="1126896" y="635508"/>
                </a:lnTo>
                <a:lnTo>
                  <a:pt x="1120711" y="636752"/>
                </a:lnTo>
                <a:lnTo>
                  <a:pt x="1115656" y="640156"/>
                </a:lnTo>
                <a:lnTo>
                  <a:pt x="1112253" y="645210"/>
                </a:lnTo>
                <a:lnTo>
                  <a:pt x="1110996" y="651408"/>
                </a:lnTo>
                <a:lnTo>
                  <a:pt x="1112253" y="657593"/>
                </a:lnTo>
                <a:lnTo>
                  <a:pt x="1115656" y="662647"/>
                </a:lnTo>
                <a:lnTo>
                  <a:pt x="1120711" y="666051"/>
                </a:lnTo>
                <a:lnTo>
                  <a:pt x="1126896" y="667296"/>
                </a:lnTo>
                <a:lnTo>
                  <a:pt x="1133081" y="666051"/>
                </a:lnTo>
                <a:lnTo>
                  <a:pt x="1138135" y="662647"/>
                </a:lnTo>
                <a:lnTo>
                  <a:pt x="1141539" y="657593"/>
                </a:lnTo>
                <a:lnTo>
                  <a:pt x="1142796" y="651408"/>
                </a:lnTo>
                <a:close/>
              </a:path>
              <a:path w="1143000" h="1143000">
                <a:moveTo>
                  <a:pt x="1142796" y="492912"/>
                </a:moveTo>
                <a:lnTo>
                  <a:pt x="1141539" y="486714"/>
                </a:lnTo>
                <a:lnTo>
                  <a:pt x="1138135" y="481660"/>
                </a:lnTo>
                <a:lnTo>
                  <a:pt x="1133081" y="478256"/>
                </a:lnTo>
                <a:lnTo>
                  <a:pt x="1126896" y="477012"/>
                </a:lnTo>
                <a:lnTo>
                  <a:pt x="1120711" y="478256"/>
                </a:lnTo>
                <a:lnTo>
                  <a:pt x="1115656" y="481660"/>
                </a:lnTo>
                <a:lnTo>
                  <a:pt x="1112253" y="486714"/>
                </a:lnTo>
                <a:lnTo>
                  <a:pt x="1110996" y="492912"/>
                </a:lnTo>
                <a:lnTo>
                  <a:pt x="1112253" y="499097"/>
                </a:lnTo>
                <a:lnTo>
                  <a:pt x="1115656" y="504151"/>
                </a:lnTo>
                <a:lnTo>
                  <a:pt x="1120711" y="507555"/>
                </a:lnTo>
                <a:lnTo>
                  <a:pt x="1126896" y="508800"/>
                </a:lnTo>
                <a:lnTo>
                  <a:pt x="1133081" y="507555"/>
                </a:lnTo>
                <a:lnTo>
                  <a:pt x="1138135" y="504151"/>
                </a:lnTo>
                <a:lnTo>
                  <a:pt x="1141539" y="499097"/>
                </a:lnTo>
                <a:lnTo>
                  <a:pt x="1142796" y="492912"/>
                </a:lnTo>
                <a:close/>
              </a:path>
              <a:path w="1143000" h="1143000">
                <a:moveTo>
                  <a:pt x="1142796" y="332892"/>
                </a:moveTo>
                <a:lnTo>
                  <a:pt x="1141539" y="326694"/>
                </a:lnTo>
                <a:lnTo>
                  <a:pt x="1138135" y="321640"/>
                </a:lnTo>
                <a:lnTo>
                  <a:pt x="1133081" y="318236"/>
                </a:lnTo>
                <a:lnTo>
                  <a:pt x="1126896" y="316992"/>
                </a:lnTo>
                <a:lnTo>
                  <a:pt x="1120711" y="318236"/>
                </a:lnTo>
                <a:lnTo>
                  <a:pt x="1115656" y="321640"/>
                </a:lnTo>
                <a:lnTo>
                  <a:pt x="1112253" y="326694"/>
                </a:lnTo>
                <a:lnTo>
                  <a:pt x="1110996" y="332892"/>
                </a:lnTo>
                <a:lnTo>
                  <a:pt x="1112253" y="339077"/>
                </a:lnTo>
                <a:lnTo>
                  <a:pt x="1115656" y="344131"/>
                </a:lnTo>
                <a:lnTo>
                  <a:pt x="1120711" y="347535"/>
                </a:lnTo>
                <a:lnTo>
                  <a:pt x="1126896" y="348780"/>
                </a:lnTo>
                <a:lnTo>
                  <a:pt x="1133081" y="347535"/>
                </a:lnTo>
                <a:lnTo>
                  <a:pt x="1138135" y="344131"/>
                </a:lnTo>
                <a:lnTo>
                  <a:pt x="1141539" y="339077"/>
                </a:lnTo>
                <a:lnTo>
                  <a:pt x="1142796" y="332892"/>
                </a:lnTo>
                <a:close/>
              </a:path>
              <a:path w="1143000" h="1143000">
                <a:moveTo>
                  <a:pt x="1142796" y="174409"/>
                </a:moveTo>
                <a:lnTo>
                  <a:pt x="1141539" y="168211"/>
                </a:lnTo>
                <a:lnTo>
                  <a:pt x="1138135" y="163169"/>
                </a:lnTo>
                <a:lnTo>
                  <a:pt x="1133081" y="159753"/>
                </a:lnTo>
                <a:lnTo>
                  <a:pt x="1126896" y="158508"/>
                </a:lnTo>
                <a:lnTo>
                  <a:pt x="1120711" y="159753"/>
                </a:lnTo>
                <a:lnTo>
                  <a:pt x="1115656" y="163169"/>
                </a:lnTo>
                <a:lnTo>
                  <a:pt x="1112253" y="168211"/>
                </a:lnTo>
                <a:lnTo>
                  <a:pt x="1110996" y="174409"/>
                </a:lnTo>
                <a:lnTo>
                  <a:pt x="1112253" y="180594"/>
                </a:lnTo>
                <a:lnTo>
                  <a:pt x="1115656" y="185648"/>
                </a:lnTo>
                <a:lnTo>
                  <a:pt x="1120711" y="189052"/>
                </a:lnTo>
                <a:lnTo>
                  <a:pt x="1126896" y="190296"/>
                </a:lnTo>
                <a:lnTo>
                  <a:pt x="1133081" y="189052"/>
                </a:lnTo>
                <a:lnTo>
                  <a:pt x="1138135" y="185648"/>
                </a:lnTo>
                <a:lnTo>
                  <a:pt x="1141539" y="180594"/>
                </a:lnTo>
                <a:lnTo>
                  <a:pt x="1142796" y="174409"/>
                </a:lnTo>
                <a:close/>
              </a:path>
              <a:path w="1143000" h="1143000">
                <a:moveTo>
                  <a:pt x="1142796" y="15900"/>
                </a:moveTo>
                <a:lnTo>
                  <a:pt x="1141539" y="9702"/>
                </a:lnTo>
                <a:lnTo>
                  <a:pt x="1138135" y="4660"/>
                </a:lnTo>
                <a:lnTo>
                  <a:pt x="1133081" y="1244"/>
                </a:lnTo>
                <a:lnTo>
                  <a:pt x="1126896" y="0"/>
                </a:lnTo>
                <a:lnTo>
                  <a:pt x="1120711" y="1244"/>
                </a:lnTo>
                <a:lnTo>
                  <a:pt x="1115656" y="4660"/>
                </a:lnTo>
                <a:lnTo>
                  <a:pt x="1112253" y="9702"/>
                </a:lnTo>
                <a:lnTo>
                  <a:pt x="1110996" y="15900"/>
                </a:lnTo>
                <a:lnTo>
                  <a:pt x="1112253" y="22085"/>
                </a:lnTo>
                <a:lnTo>
                  <a:pt x="1115656" y="27139"/>
                </a:lnTo>
                <a:lnTo>
                  <a:pt x="1120711" y="30543"/>
                </a:lnTo>
                <a:lnTo>
                  <a:pt x="1126896" y="31788"/>
                </a:lnTo>
                <a:lnTo>
                  <a:pt x="1133081" y="30543"/>
                </a:lnTo>
                <a:lnTo>
                  <a:pt x="1138135" y="27139"/>
                </a:lnTo>
                <a:lnTo>
                  <a:pt x="1141539" y="22085"/>
                </a:lnTo>
                <a:lnTo>
                  <a:pt x="1142796" y="1590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FF180C7F-4C4A-40CF-9A6A-CF56988D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B5943E8-68CE-4451-A8FF-5651E24BA111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C4E12F67-9BC0-4B6C-ABA5-44A013F67CDD}"/>
                </a:ext>
              </a:extLst>
            </p:cNvPr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A9AF44D-847B-453C-B7BC-33B0DC8975D0}"/>
                </a:ext>
              </a:extLst>
            </p:cNvPr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Holder 3">
            <a:extLst>
              <a:ext uri="{FF2B5EF4-FFF2-40B4-BE49-F238E27FC236}">
                <a16:creationId xmlns:a16="http://schemas.microsoft.com/office/drawing/2014/main" id="{A5EAD103-3AAF-4922-A6E1-F18C27C64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7351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>
            <a:extLst>
              <a:ext uri="{FF2B5EF4-FFF2-40B4-BE49-F238E27FC236}">
                <a16:creationId xmlns:a16="http://schemas.microsoft.com/office/drawing/2014/main" id="{D5661909-6A74-47DA-A69B-B62FC1FDD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296E04F6-2A7F-4447-B76A-3DF2E1A8C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864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A76F27D-44DD-466F-A867-369B0D8A5FE9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14" name="bg object 82">
              <a:extLst>
                <a:ext uri="{FF2B5EF4-FFF2-40B4-BE49-F238E27FC236}">
                  <a16:creationId xmlns:a16="http://schemas.microsoft.com/office/drawing/2014/main" id="{504116C1-A21B-4D66-BB38-9C32D3371C84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83">
              <a:extLst>
                <a:ext uri="{FF2B5EF4-FFF2-40B4-BE49-F238E27FC236}">
                  <a16:creationId xmlns:a16="http://schemas.microsoft.com/office/drawing/2014/main" id="{2750E6C0-F90E-4914-9E91-6C4DFC730531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bg object 81">
            <a:extLst>
              <a:ext uri="{FF2B5EF4-FFF2-40B4-BE49-F238E27FC236}">
                <a16:creationId xmlns:a16="http://schemas.microsoft.com/office/drawing/2014/main" id="{3194E5FB-36F5-4F05-825E-FF9D34CE3A11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02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799071"/>
            <a:ext cx="11007306" cy="1091911"/>
          </a:xfrm>
        </p:spPr>
        <p:txBody>
          <a:bodyPr/>
          <a:lstStyle/>
          <a:p>
            <a:r>
              <a:rPr lang="pt-BR" b="1" dirty="0"/>
              <a:t>Desafio 1: Fatorial de um Número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Peça ao usuário um número inteiro positivo e, usando um for, calcule o fatorial desse número.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B76A109F-AA0C-4307-BCEA-359CF7F2A428}"/>
              </a:ext>
            </a:extLst>
          </p:cNvPr>
          <p:cNvSpPr txBox="1">
            <a:spLocks/>
          </p:cNvSpPr>
          <p:nvPr/>
        </p:nvSpPr>
        <p:spPr>
          <a:xfrm>
            <a:off x="592347" y="3029526"/>
            <a:ext cx="11007306" cy="1727201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2: Sequência de Fibonacci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Peça ao usuário um número inteiro N e utilize a estrutura de repetição for para exibir os primeiros N termos da sequência de Fibonacci. A sequência de Fibonacci é formada de tal maneira que cada número é a soma dos dois anteriores, começando normalmente com os valores 0 e 1.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1AAA546-3151-4AC0-BD7E-03E6D4555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782" y="4895271"/>
            <a:ext cx="3124636" cy="165758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F77A1C8-07E1-465C-8FEA-0B991DA8E32D}"/>
              </a:ext>
            </a:extLst>
          </p:cNvPr>
          <p:cNvSpPr txBox="1"/>
          <p:nvPr/>
        </p:nvSpPr>
        <p:spPr>
          <a:xfrm>
            <a:off x="7180984" y="5539395"/>
            <a:ext cx="219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1, 1, 2, 3, 5, 8, 13, 21</a:t>
            </a:r>
          </a:p>
        </p:txBody>
      </p:sp>
    </p:spTree>
    <p:extLst>
      <p:ext uri="{BB962C8B-B14F-4D97-AF65-F5344CB8AC3E}">
        <p14:creationId xmlns:p14="http://schemas.microsoft.com/office/powerpoint/2010/main" val="844090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799071"/>
            <a:ext cx="11007306" cy="1091911"/>
          </a:xfrm>
        </p:spPr>
        <p:txBody>
          <a:bodyPr/>
          <a:lstStyle/>
          <a:p>
            <a:r>
              <a:rPr lang="pt-BR" b="1" dirty="0"/>
              <a:t>Desafio 3: Média de Números com DO-WHILE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Peça ao usuário números até que ele digite 0. Calcule e exiba a média dos números digitados.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B76A109F-AA0C-4307-BCEA-359CF7F2A428}"/>
              </a:ext>
            </a:extLst>
          </p:cNvPr>
          <p:cNvSpPr txBox="1">
            <a:spLocks/>
          </p:cNvSpPr>
          <p:nvPr/>
        </p:nvSpPr>
        <p:spPr>
          <a:xfrm>
            <a:off x="592347" y="3427846"/>
            <a:ext cx="11007306" cy="1348509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4: Número Par ou Ímpar com WHILE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Solicite números ao usuário, informando se são pares ou ímpares, e acumule as somas de números pares e de números impares. O programa encerra ao receber 0, exibindo as somas totais de pares e ímpares.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6CC73742-8326-4384-ACD1-7DE82A9B61A2}"/>
              </a:ext>
            </a:extLst>
          </p:cNvPr>
          <p:cNvSpPr txBox="1">
            <a:spLocks/>
          </p:cNvSpPr>
          <p:nvPr/>
        </p:nvSpPr>
        <p:spPr>
          <a:xfrm>
            <a:off x="592347" y="5313218"/>
            <a:ext cx="11007306" cy="93749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6: Soma de Dígitos de um Número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Peça ao usuário um número inteiro e, com um </a:t>
            </a:r>
            <a:r>
              <a:rPr lang="pt-BR" dirty="0" err="1"/>
              <a:t>while</a:t>
            </a:r>
            <a:r>
              <a:rPr lang="pt-BR" dirty="0"/>
              <a:t>, some todos os seus dígitos (exemplo: 123 = 1 + 2 + 3 = 6).</a:t>
            </a:r>
          </a:p>
        </p:txBody>
      </p:sp>
    </p:spTree>
    <p:extLst>
      <p:ext uri="{BB962C8B-B14F-4D97-AF65-F5344CB8AC3E}">
        <p14:creationId xmlns:p14="http://schemas.microsoft.com/office/powerpoint/2010/main" val="2795780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AFEB65B-BAA3-4946-A855-E34C2D763C03}"/>
              </a:ext>
            </a:extLst>
          </p:cNvPr>
          <p:cNvSpPr txBox="1">
            <a:spLocks/>
          </p:cNvSpPr>
          <p:nvPr/>
        </p:nvSpPr>
        <p:spPr>
          <a:xfrm>
            <a:off x="592347" y="1950174"/>
            <a:ext cx="11007306" cy="1636856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/>
              <a:t>Desafio 7: </a:t>
            </a:r>
            <a:r>
              <a:rPr lang="pt-BR" b="1" dirty="0"/>
              <a:t>Adivinhe o Número Secreto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Crie um jogo onde o programa gera um número aleatório com </a:t>
            </a:r>
            <a:r>
              <a:rPr lang="pt-BR" dirty="0" err="1"/>
              <a:t>Math.random</a:t>
            </a:r>
            <a:r>
              <a:rPr lang="pt-BR" dirty="0"/>
              <a:t>() e pede ao usuário que tente adivinhar o número. Utilize um laço </a:t>
            </a:r>
            <a:r>
              <a:rPr lang="pt-BR" dirty="0" err="1"/>
              <a:t>while</a:t>
            </a:r>
            <a:r>
              <a:rPr lang="pt-BR" dirty="0"/>
              <a:t> para manter o jogo ativo até que o usuário acerte o número gerado pela máquina, exibindo mensagens de dica, como "Maior" ou "Menor", após cada tentativa.</a:t>
            </a:r>
          </a:p>
        </p:txBody>
      </p:sp>
    </p:spTree>
    <p:extLst>
      <p:ext uri="{BB962C8B-B14F-4D97-AF65-F5344CB8AC3E}">
        <p14:creationId xmlns:p14="http://schemas.microsoft.com/office/powerpoint/2010/main" val="16542303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9FB7CEDF-9F38-4902-8387-DFA408F825A5}" vid="{5A8A2403-80CE-4539-857B-068AD9EE0E7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1795</TotalTime>
  <Words>287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Tema1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Professor</cp:lastModifiedBy>
  <cp:revision>110</cp:revision>
  <dcterms:created xsi:type="dcterms:W3CDTF">2024-03-08T12:14:33Z</dcterms:created>
  <dcterms:modified xsi:type="dcterms:W3CDTF">2025-10-16T18:51:49Z</dcterms:modified>
</cp:coreProperties>
</file>