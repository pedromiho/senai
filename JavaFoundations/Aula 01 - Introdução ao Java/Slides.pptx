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65"/>
  </p:notesMasterIdLst>
  <p:handoutMasterIdLst>
    <p:handoutMasterId r:id="rId66"/>
  </p:handoutMasterIdLst>
  <p:sldIdLst>
    <p:sldId id="256" r:id="rId2"/>
    <p:sldId id="262" r:id="rId3"/>
    <p:sldId id="264" r:id="rId4"/>
    <p:sldId id="265" r:id="rId5"/>
    <p:sldId id="266" r:id="rId6"/>
    <p:sldId id="283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6" r:id="rId15"/>
    <p:sldId id="277" r:id="rId16"/>
    <p:sldId id="279" r:id="rId17"/>
    <p:sldId id="280" r:id="rId18"/>
    <p:sldId id="281" r:id="rId19"/>
    <p:sldId id="282" r:id="rId20"/>
    <p:sldId id="285" r:id="rId21"/>
    <p:sldId id="286" r:id="rId22"/>
    <p:sldId id="278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267" r:id="rId50"/>
    <p:sldId id="313" r:id="rId51"/>
    <p:sldId id="314" r:id="rId52"/>
    <p:sldId id="27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7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8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7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50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112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904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489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207491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365985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526011" y="5460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684503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429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0014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8904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89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207491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365985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526011" y="56189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684503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8429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0014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8904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0489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207491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365985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26011" y="577748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684503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8429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20014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08904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0489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207491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365985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526011" y="5937503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684503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8429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0014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8904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0489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07491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365985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526011" y="60960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684503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8429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20014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8904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0489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207491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65985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526011" y="62544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684503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8429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20014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08904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0489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207491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65985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526011" y="6412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684503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8429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20014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08904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0489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207491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365985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26011" y="65714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684503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8429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0014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9E7F050-AEA0-49AF-A6EA-BCBA0EB24374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84" name="bg object 82">
              <a:extLst>
                <a:ext uri="{FF2B5EF4-FFF2-40B4-BE49-F238E27FC236}">
                  <a16:creationId xmlns:a16="http://schemas.microsoft.com/office/drawing/2014/main" id="{06CCFD8B-18B2-4059-BCE0-A6B11B98CA26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bg object 83">
              <a:extLst>
                <a:ext uri="{FF2B5EF4-FFF2-40B4-BE49-F238E27FC236}">
                  <a16:creationId xmlns:a16="http://schemas.microsoft.com/office/drawing/2014/main" id="{8F5DB6DA-2D93-4CF6-A714-50531DB4CB9D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bg object 81">
            <a:extLst>
              <a:ext uri="{FF2B5EF4-FFF2-40B4-BE49-F238E27FC236}">
                <a16:creationId xmlns:a16="http://schemas.microsoft.com/office/drawing/2014/main" id="{F19FEC06-3CF2-4703-998C-397433B65F56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7" name="Holder 2">
            <a:extLst>
              <a:ext uri="{FF2B5EF4-FFF2-40B4-BE49-F238E27FC236}">
                <a16:creationId xmlns:a16="http://schemas.microsoft.com/office/drawing/2014/main" id="{D32691D8-FF6C-4BAC-9CAE-D488D857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88" name="Holder 3">
            <a:extLst>
              <a:ext uri="{FF2B5EF4-FFF2-40B4-BE49-F238E27FC236}">
                <a16:creationId xmlns:a16="http://schemas.microsoft.com/office/drawing/2014/main" id="{FA68F59F-9BD1-48BC-8A3D-27CEE844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50195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ADC26BE-F380-469F-AFB8-8E098F36DABB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7" name="bg object 17"/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bg object 18"/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bg object 19"/>
          <p:cNvSpPr/>
          <p:nvPr/>
        </p:nvSpPr>
        <p:spPr>
          <a:xfrm>
            <a:off x="108904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0489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07491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65985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526011" y="158495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684503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8429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0014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8904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489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207491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365985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526011" y="316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684503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8429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20014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08904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0489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207491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365985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526011" y="475487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684503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8429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20014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08904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0489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7491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365985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526011" y="63550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684503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8429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20014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8904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0489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07491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365985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526011" y="79400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684503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8429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20014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08904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0489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207491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65985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526011" y="9525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684503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8429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20014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08904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0489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207491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65985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526011" y="11109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684503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8429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20014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08904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0489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207491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365985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526011" y="1269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684503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8429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0014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Holder 3">
            <a:extLst>
              <a:ext uri="{FF2B5EF4-FFF2-40B4-BE49-F238E27FC236}">
                <a16:creationId xmlns:a16="http://schemas.microsoft.com/office/drawing/2014/main" id="{F5CE5288-02A4-487A-ACDB-7AD4E2C83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2856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  <p:sp>
        <p:nvSpPr>
          <p:cNvPr id="85" name="Holder 2">
            <a:extLst>
              <a:ext uri="{FF2B5EF4-FFF2-40B4-BE49-F238E27FC236}">
                <a16:creationId xmlns:a16="http://schemas.microsoft.com/office/drawing/2014/main" id="{D1556ED7-7570-423C-940B-8E56DE2B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615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2192000" cy="695775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7746"/>
                </a:moveTo>
                <a:lnTo>
                  <a:pt x="0" y="6857746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746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761988"/>
                </a:lnTo>
                <a:lnTo>
                  <a:pt x="12192000" y="676198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10890491" y="158495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31800" y="1126896"/>
                </a:moveTo>
                <a:lnTo>
                  <a:pt x="30543" y="1120698"/>
                </a:lnTo>
                <a:lnTo>
                  <a:pt x="27139" y="1115644"/>
                </a:lnTo>
                <a:lnTo>
                  <a:pt x="22085" y="1112240"/>
                </a:lnTo>
                <a:lnTo>
                  <a:pt x="15900" y="1110996"/>
                </a:lnTo>
                <a:lnTo>
                  <a:pt x="9715" y="1112240"/>
                </a:lnTo>
                <a:lnTo>
                  <a:pt x="4660" y="1115644"/>
                </a:lnTo>
                <a:lnTo>
                  <a:pt x="1257" y="1120698"/>
                </a:lnTo>
                <a:lnTo>
                  <a:pt x="0" y="1126896"/>
                </a:lnTo>
                <a:lnTo>
                  <a:pt x="1257" y="1133081"/>
                </a:lnTo>
                <a:lnTo>
                  <a:pt x="4660" y="1138135"/>
                </a:lnTo>
                <a:lnTo>
                  <a:pt x="9715" y="1141539"/>
                </a:lnTo>
                <a:lnTo>
                  <a:pt x="15900" y="1142784"/>
                </a:lnTo>
                <a:lnTo>
                  <a:pt x="22085" y="1141539"/>
                </a:lnTo>
                <a:lnTo>
                  <a:pt x="27139" y="1138135"/>
                </a:lnTo>
                <a:lnTo>
                  <a:pt x="30543" y="1133081"/>
                </a:lnTo>
                <a:lnTo>
                  <a:pt x="31800" y="1126896"/>
                </a:lnTo>
                <a:close/>
              </a:path>
              <a:path w="1143000" h="1143000">
                <a:moveTo>
                  <a:pt x="31800" y="968400"/>
                </a:moveTo>
                <a:lnTo>
                  <a:pt x="30543" y="962202"/>
                </a:lnTo>
                <a:lnTo>
                  <a:pt x="27139" y="957148"/>
                </a:lnTo>
                <a:lnTo>
                  <a:pt x="22085" y="953744"/>
                </a:lnTo>
                <a:lnTo>
                  <a:pt x="15900" y="952500"/>
                </a:lnTo>
                <a:lnTo>
                  <a:pt x="9715" y="953744"/>
                </a:lnTo>
                <a:lnTo>
                  <a:pt x="4660" y="957148"/>
                </a:lnTo>
                <a:lnTo>
                  <a:pt x="1257" y="962202"/>
                </a:lnTo>
                <a:lnTo>
                  <a:pt x="0" y="968400"/>
                </a:lnTo>
                <a:lnTo>
                  <a:pt x="1257" y="974585"/>
                </a:lnTo>
                <a:lnTo>
                  <a:pt x="4660" y="979639"/>
                </a:lnTo>
                <a:lnTo>
                  <a:pt x="9715" y="983043"/>
                </a:lnTo>
                <a:lnTo>
                  <a:pt x="15900" y="984288"/>
                </a:lnTo>
                <a:lnTo>
                  <a:pt x="22085" y="983043"/>
                </a:lnTo>
                <a:lnTo>
                  <a:pt x="27139" y="979639"/>
                </a:lnTo>
                <a:lnTo>
                  <a:pt x="30543" y="974585"/>
                </a:lnTo>
                <a:lnTo>
                  <a:pt x="31800" y="968400"/>
                </a:lnTo>
                <a:close/>
              </a:path>
              <a:path w="1143000" h="1143000">
                <a:moveTo>
                  <a:pt x="31800" y="809904"/>
                </a:moveTo>
                <a:lnTo>
                  <a:pt x="30543" y="803706"/>
                </a:lnTo>
                <a:lnTo>
                  <a:pt x="27139" y="798652"/>
                </a:lnTo>
                <a:lnTo>
                  <a:pt x="22085" y="795248"/>
                </a:lnTo>
                <a:lnTo>
                  <a:pt x="15900" y="794004"/>
                </a:lnTo>
                <a:lnTo>
                  <a:pt x="9715" y="795248"/>
                </a:lnTo>
                <a:lnTo>
                  <a:pt x="4660" y="798652"/>
                </a:lnTo>
                <a:lnTo>
                  <a:pt x="1257" y="803706"/>
                </a:lnTo>
                <a:lnTo>
                  <a:pt x="0" y="809904"/>
                </a:lnTo>
                <a:lnTo>
                  <a:pt x="1257" y="816089"/>
                </a:lnTo>
                <a:lnTo>
                  <a:pt x="4660" y="821143"/>
                </a:lnTo>
                <a:lnTo>
                  <a:pt x="9715" y="824547"/>
                </a:lnTo>
                <a:lnTo>
                  <a:pt x="15900" y="825792"/>
                </a:lnTo>
                <a:lnTo>
                  <a:pt x="22085" y="824547"/>
                </a:lnTo>
                <a:lnTo>
                  <a:pt x="27139" y="821143"/>
                </a:lnTo>
                <a:lnTo>
                  <a:pt x="30543" y="816089"/>
                </a:lnTo>
                <a:lnTo>
                  <a:pt x="31800" y="809904"/>
                </a:lnTo>
                <a:close/>
              </a:path>
              <a:path w="1143000" h="1143000">
                <a:moveTo>
                  <a:pt x="31800" y="651408"/>
                </a:moveTo>
                <a:lnTo>
                  <a:pt x="30543" y="645210"/>
                </a:lnTo>
                <a:lnTo>
                  <a:pt x="27139" y="640156"/>
                </a:lnTo>
                <a:lnTo>
                  <a:pt x="22085" y="636752"/>
                </a:lnTo>
                <a:lnTo>
                  <a:pt x="15900" y="635508"/>
                </a:lnTo>
                <a:lnTo>
                  <a:pt x="9715" y="636752"/>
                </a:lnTo>
                <a:lnTo>
                  <a:pt x="4660" y="640156"/>
                </a:lnTo>
                <a:lnTo>
                  <a:pt x="1257" y="645210"/>
                </a:lnTo>
                <a:lnTo>
                  <a:pt x="0" y="651408"/>
                </a:lnTo>
                <a:lnTo>
                  <a:pt x="1257" y="657593"/>
                </a:lnTo>
                <a:lnTo>
                  <a:pt x="4660" y="662647"/>
                </a:lnTo>
                <a:lnTo>
                  <a:pt x="9715" y="666051"/>
                </a:lnTo>
                <a:lnTo>
                  <a:pt x="15900" y="667296"/>
                </a:lnTo>
                <a:lnTo>
                  <a:pt x="22085" y="666051"/>
                </a:lnTo>
                <a:lnTo>
                  <a:pt x="27139" y="662647"/>
                </a:lnTo>
                <a:lnTo>
                  <a:pt x="30543" y="657593"/>
                </a:lnTo>
                <a:lnTo>
                  <a:pt x="31800" y="651408"/>
                </a:lnTo>
                <a:close/>
              </a:path>
              <a:path w="1143000" h="1143000">
                <a:moveTo>
                  <a:pt x="31800" y="492912"/>
                </a:moveTo>
                <a:lnTo>
                  <a:pt x="30543" y="486714"/>
                </a:lnTo>
                <a:lnTo>
                  <a:pt x="27139" y="481660"/>
                </a:lnTo>
                <a:lnTo>
                  <a:pt x="22085" y="478256"/>
                </a:lnTo>
                <a:lnTo>
                  <a:pt x="15900" y="477012"/>
                </a:lnTo>
                <a:lnTo>
                  <a:pt x="9715" y="478256"/>
                </a:lnTo>
                <a:lnTo>
                  <a:pt x="4660" y="481660"/>
                </a:lnTo>
                <a:lnTo>
                  <a:pt x="1257" y="486714"/>
                </a:lnTo>
                <a:lnTo>
                  <a:pt x="0" y="492912"/>
                </a:lnTo>
                <a:lnTo>
                  <a:pt x="1257" y="499097"/>
                </a:lnTo>
                <a:lnTo>
                  <a:pt x="4660" y="504151"/>
                </a:lnTo>
                <a:lnTo>
                  <a:pt x="9715" y="507555"/>
                </a:lnTo>
                <a:lnTo>
                  <a:pt x="15900" y="508800"/>
                </a:lnTo>
                <a:lnTo>
                  <a:pt x="22085" y="507555"/>
                </a:lnTo>
                <a:lnTo>
                  <a:pt x="27139" y="504151"/>
                </a:lnTo>
                <a:lnTo>
                  <a:pt x="30543" y="499097"/>
                </a:lnTo>
                <a:lnTo>
                  <a:pt x="31800" y="492912"/>
                </a:lnTo>
                <a:close/>
              </a:path>
              <a:path w="1143000" h="1143000">
                <a:moveTo>
                  <a:pt x="31800" y="332892"/>
                </a:moveTo>
                <a:lnTo>
                  <a:pt x="30543" y="326694"/>
                </a:lnTo>
                <a:lnTo>
                  <a:pt x="27139" y="321640"/>
                </a:lnTo>
                <a:lnTo>
                  <a:pt x="22085" y="318236"/>
                </a:lnTo>
                <a:lnTo>
                  <a:pt x="15900" y="316992"/>
                </a:lnTo>
                <a:lnTo>
                  <a:pt x="9715" y="318236"/>
                </a:lnTo>
                <a:lnTo>
                  <a:pt x="4660" y="321640"/>
                </a:lnTo>
                <a:lnTo>
                  <a:pt x="1257" y="326694"/>
                </a:lnTo>
                <a:lnTo>
                  <a:pt x="0" y="332892"/>
                </a:lnTo>
                <a:lnTo>
                  <a:pt x="1257" y="339077"/>
                </a:lnTo>
                <a:lnTo>
                  <a:pt x="4660" y="344131"/>
                </a:lnTo>
                <a:lnTo>
                  <a:pt x="9715" y="347535"/>
                </a:lnTo>
                <a:lnTo>
                  <a:pt x="15900" y="348780"/>
                </a:lnTo>
                <a:lnTo>
                  <a:pt x="22085" y="347535"/>
                </a:lnTo>
                <a:lnTo>
                  <a:pt x="27139" y="344131"/>
                </a:lnTo>
                <a:lnTo>
                  <a:pt x="30543" y="339077"/>
                </a:lnTo>
                <a:lnTo>
                  <a:pt x="31800" y="332892"/>
                </a:lnTo>
                <a:close/>
              </a:path>
              <a:path w="1143000" h="1143000">
                <a:moveTo>
                  <a:pt x="31800" y="174409"/>
                </a:moveTo>
                <a:lnTo>
                  <a:pt x="30543" y="168211"/>
                </a:lnTo>
                <a:lnTo>
                  <a:pt x="27139" y="163169"/>
                </a:lnTo>
                <a:lnTo>
                  <a:pt x="22085" y="159753"/>
                </a:lnTo>
                <a:lnTo>
                  <a:pt x="15900" y="158508"/>
                </a:lnTo>
                <a:lnTo>
                  <a:pt x="9715" y="159753"/>
                </a:lnTo>
                <a:lnTo>
                  <a:pt x="4660" y="163169"/>
                </a:lnTo>
                <a:lnTo>
                  <a:pt x="1257" y="168211"/>
                </a:lnTo>
                <a:lnTo>
                  <a:pt x="0" y="174409"/>
                </a:lnTo>
                <a:lnTo>
                  <a:pt x="1257" y="180594"/>
                </a:lnTo>
                <a:lnTo>
                  <a:pt x="4660" y="185648"/>
                </a:lnTo>
                <a:lnTo>
                  <a:pt x="9715" y="189052"/>
                </a:lnTo>
                <a:lnTo>
                  <a:pt x="15900" y="190296"/>
                </a:lnTo>
                <a:lnTo>
                  <a:pt x="22085" y="189052"/>
                </a:lnTo>
                <a:lnTo>
                  <a:pt x="27139" y="185648"/>
                </a:lnTo>
                <a:lnTo>
                  <a:pt x="30543" y="180594"/>
                </a:lnTo>
                <a:lnTo>
                  <a:pt x="31800" y="174409"/>
                </a:lnTo>
                <a:close/>
              </a:path>
              <a:path w="1143000" h="1143000">
                <a:moveTo>
                  <a:pt x="31800" y="15900"/>
                </a:move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close/>
              </a:path>
              <a:path w="1143000" h="1143000">
                <a:moveTo>
                  <a:pt x="190296" y="1126896"/>
                </a:moveTo>
                <a:lnTo>
                  <a:pt x="189039" y="1120698"/>
                </a:lnTo>
                <a:lnTo>
                  <a:pt x="185635" y="1115644"/>
                </a:lnTo>
                <a:lnTo>
                  <a:pt x="180581" y="1112240"/>
                </a:lnTo>
                <a:lnTo>
                  <a:pt x="174396" y="1110996"/>
                </a:lnTo>
                <a:lnTo>
                  <a:pt x="168211" y="1112240"/>
                </a:lnTo>
                <a:lnTo>
                  <a:pt x="163156" y="1115644"/>
                </a:lnTo>
                <a:lnTo>
                  <a:pt x="159753" y="1120698"/>
                </a:lnTo>
                <a:lnTo>
                  <a:pt x="158496" y="1126896"/>
                </a:lnTo>
                <a:lnTo>
                  <a:pt x="159753" y="1133081"/>
                </a:lnTo>
                <a:lnTo>
                  <a:pt x="163156" y="1138135"/>
                </a:lnTo>
                <a:lnTo>
                  <a:pt x="168211" y="1141539"/>
                </a:lnTo>
                <a:lnTo>
                  <a:pt x="174396" y="1142784"/>
                </a:lnTo>
                <a:lnTo>
                  <a:pt x="180581" y="1141539"/>
                </a:lnTo>
                <a:lnTo>
                  <a:pt x="185635" y="1138135"/>
                </a:lnTo>
                <a:lnTo>
                  <a:pt x="189039" y="1133081"/>
                </a:lnTo>
                <a:lnTo>
                  <a:pt x="190296" y="1126896"/>
                </a:lnTo>
                <a:close/>
              </a:path>
              <a:path w="1143000" h="1143000">
                <a:moveTo>
                  <a:pt x="190296" y="968400"/>
                </a:moveTo>
                <a:lnTo>
                  <a:pt x="189039" y="962202"/>
                </a:lnTo>
                <a:lnTo>
                  <a:pt x="185635" y="957148"/>
                </a:lnTo>
                <a:lnTo>
                  <a:pt x="180581" y="953744"/>
                </a:lnTo>
                <a:lnTo>
                  <a:pt x="174396" y="952500"/>
                </a:lnTo>
                <a:lnTo>
                  <a:pt x="168211" y="953744"/>
                </a:lnTo>
                <a:lnTo>
                  <a:pt x="163156" y="957148"/>
                </a:lnTo>
                <a:lnTo>
                  <a:pt x="159753" y="962202"/>
                </a:lnTo>
                <a:lnTo>
                  <a:pt x="158496" y="968400"/>
                </a:lnTo>
                <a:lnTo>
                  <a:pt x="159753" y="974585"/>
                </a:lnTo>
                <a:lnTo>
                  <a:pt x="163156" y="979639"/>
                </a:lnTo>
                <a:lnTo>
                  <a:pt x="168211" y="983043"/>
                </a:lnTo>
                <a:lnTo>
                  <a:pt x="174396" y="984288"/>
                </a:lnTo>
                <a:lnTo>
                  <a:pt x="180581" y="983043"/>
                </a:lnTo>
                <a:lnTo>
                  <a:pt x="185635" y="979639"/>
                </a:lnTo>
                <a:lnTo>
                  <a:pt x="189039" y="974585"/>
                </a:lnTo>
                <a:lnTo>
                  <a:pt x="190296" y="968400"/>
                </a:lnTo>
                <a:close/>
              </a:path>
              <a:path w="1143000" h="1143000">
                <a:moveTo>
                  <a:pt x="190296" y="809904"/>
                </a:moveTo>
                <a:lnTo>
                  <a:pt x="189039" y="803706"/>
                </a:lnTo>
                <a:lnTo>
                  <a:pt x="185635" y="798652"/>
                </a:lnTo>
                <a:lnTo>
                  <a:pt x="180581" y="795248"/>
                </a:lnTo>
                <a:lnTo>
                  <a:pt x="174396" y="794004"/>
                </a:lnTo>
                <a:lnTo>
                  <a:pt x="168211" y="795248"/>
                </a:lnTo>
                <a:lnTo>
                  <a:pt x="163156" y="798652"/>
                </a:lnTo>
                <a:lnTo>
                  <a:pt x="159753" y="803706"/>
                </a:lnTo>
                <a:lnTo>
                  <a:pt x="158496" y="809904"/>
                </a:lnTo>
                <a:lnTo>
                  <a:pt x="159753" y="816089"/>
                </a:lnTo>
                <a:lnTo>
                  <a:pt x="163156" y="821143"/>
                </a:lnTo>
                <a:lnTo>
                  <a:pt x="168211" y="824547"/>
                </a:lnTo>
                <a:lnTo>
                  <a:pt x="174396" y="825792"/>
                </a:lnTo>
                <a:lnTo>
                  <a:pt x="180581" y="824547"/>
                </a:lnTo>
                <a:lnTo>
                  <a:pt x="185635" y="821143"/>
                </a:lnTo>
                <a:lnTo>
                  <a:pt x="189039" y="816089"/>
                </a:lnTo>
                <a:lnTo>
                  <a:pt x="190296" y="809904"/>
                </a:lnTo>
                <a:close/>
              </a:path>
              <a:path w="1143000" h="1143000">
                <a:moveTo>
                  <a:pt x="190296" y="651408"/>
                </a:moveTo>
                <a:lnTo>
                  <a:pt x="189039" y="645210"/>
                </a:lnTo>
                <a:lnTo>
                  <a:pt x="185635" y="640156"/>
                </a:lnTo>
                <a:lnTo>
                  <a:pt x="180581" y="636752"/>
                </a:lnTo>
                <a:lnTo>
                  <a:pt x="174396" y="635508"/>
                </a:lnTo>
                <a:lnTo>
                  <a:pt x="168211" y="636752"/>
                </a:lnTo>
                <a:lnTo>
                  <a:pt x="163156" y="640156"/>
                </a:lnTo>
                <a:lnTo>
                  <a:pt x="159753" y="645210"/>
                </a:lnTo>
                <a:lnTo>
                  <a:pt x="158496" y="651408"/>
                </a:lnTo>
                <a:lnTo>
                  <a:pt x="159753" y="657593"/>
                </a:lnTo>
                <a:lnTo>
                  <a:pt x="163156" y="662647"/>
                </a:lnTo>
                <a:lnTo>
                  <a:pt x="168211" y="666051"/>
                </a:lnTo>
                <a:lnTo>
                  <a:pt x="174396" y="667296"/>
                </a:lnTo>
                <a:lnTo>
                  <a:pt x="180581" y="666051"/>
                </a:lnTo>
                <a:lnTo>
                  <a:pt x="185635" y="662647"/>
                </a:lnTo>
                <a:lnTo>
                  <a:pt x="189039" y="657593"/>
                </a:lnTo>
                <a:lnTo>
                  <a:pt x="190296" y="651408"/>
                </a:lnTo>
                <a:close/>
              </a:path>
              <a:path w="1143000" h="1143000">
                <a:moveTo>
                  <a:pt x="190296" y="492912"/>
                </a:moveTo>
                <a:lnTo>
                  <a:pt x="189039" y="486714"/>
                </a:lnTo>
                <a:lnTo>
                  <a:pt x="185635" y="481660"/>
                </a:lnTo>
                <a:lnTo>
                  <a:pt x="180581" y="478256"/>
                </a:lnTo>
                <a:lnTo>
                  <a:pt x="174396" y="477012"/>
                </a:lnTo>
                <a:lnTo>
                  <a:pt x="168211" y="478256"/>
                </a:lnTo>
                <a:lnTo>
                  <a:pt x="163156" y="481660"/>
                </a:lnTo>
                <a:lnTo>
                  <a:pt x="159753" y="486714"/>
                </a:lnTo>
                <a:lnTo>
                  <a:pt x="158496" y="492912"/>
                </a:lnTo>
                <a:lnTo>
                  <a:pt x="159753" y="499097"/>
                </a:lnTo>
                <a:lnTo>
                  <a:pt x="163156" y="504151"/>
                </a:lnTo>
                <a:lnTo>
                  <a:pt x="168211" y="507555"/>
                </a:lnTo>
                <a:lnTo>
                  <a:pt x="174396" y="508800"/>
                </a:lnTo>
                <a:lnTo>
                  <a:pt x="180581" y="507555"/>
                </a:lnTo>
                <a:lnTo>
                  <a:pt x="185635" y="504151"/>
                </a:lnTo>
                <a:lnTo>
                  <a:pt x="189039" y="499097"/>
                </a:lnTo>
                <a:lnTo>
                  <a:pt x="190296" y="492912"/>
                </a:lnTo>
                <a:close/>
              </a:path>
              <a:path w="1143000" h="1143000">
                <a:moveTo>
                  <a:pt x="190296" y="332892"/>
                </a:moveTo>
                <a:lnTo>
                  <a:pt x="189039" y="326694"/>
                </a:lnTo>
                <a:lnTo>
                  <a:pt x="185635" y="321640"/>
                </a:lnTo>
                <a:lnTo>
                  <a:pt x="180581" y="318236"/>
                </a:lnTo>
                <a:lnTo>
                  <a:pt x="174396" y="316992"/>
                </a:lnTo>
                <a:lnTo>
                  <a:pt x="168211" y="318236"/>
                </a:lnTo>
                <a:lnTo>
                  <a:pt x="163156" y="321640"/>
                </a:lnTo>
                <a:lnTo>
                  <a:pt x="159753" y="326694"/>
                </a:lnTo>
                <a:lnTo>
                  <a:pt x="158496" y="332892"/>
                </a:lnTo>
                <a:lnTo>
                  <a:pt x="159753" y="339077"/>
                </a:lnTo>
                <a:lnTo>
                  <a:pt x="163156" y="344131"/>
                </a:lnTo>
                <a:lnTo>
                  <a:pt x="168211" y="347535"/>
                </a:lnTo>
                <a:lnTo>
                  <a:pt x="174396" y="348780"/>
                </a:lnTo>
                <a:lnTo>
                  <a:pt x="180581" y="347535"/>
                </a:lnTo>
                <a:lnTo>
                  <a:pt x="185635" y="344131"/>
                </a:lnTo>
                <a:lnTo>
                  <a:pt x="189039" y="339077"/>
                </a:lnTo>
                <a:lnTo>
                  <a:pt x="190296" y="332892"/>
                </a:lnTo>
                <a:close/>
              </a:path>
              <a:path w="1143000" h="1143000">
                <a:moveTo>
                  <a:pt x="190296" y="174409"/>
                </a:moveTo>
                <a:lnTo>
                  <a:pt x="189039" y="168211"/>
                </a:lnTo>
                <a:lnTo>
                  <a:pt x="185635" y="163169"/>
                </a:lnTo>
                <a:lnTo>
                  <a:pt x="180581" y="159753"/>
                </a:lnTo>
                <a:lnTo>
                  <a:pt x="174396" y="158508"/>
                </a:lnTo>
                <a:lnTo>
                  <a:pt x="168211" y="159753"/>
                </a:lnTo>
                <a:lnTo>
                  <a:pt x="163156" y="163169"/>
                </a:lnTo>
                <a:lnTo>
                  <a:pt x="159753" y="168211"/>
                </a:lnTo>
                <a:lnTo>
                  <a:pt x="158496" y="174409"/>
                </a:lnTo>
                <a:lnTo>
                  <a:pt x="159753" y="180594"/>
                </a:lnTo>
                <a:lnTo>
                  <a:pt x="163156" y="185648"/>
                </a:lnTo>
                <a:lnTo>
                  <a:pt x="168211" y="189052"/>
                </a:lnTo>
                <a:lnTo>
                  <a:pt x="174396" y="190296"/>
                </a:lnTo>
                <a:lnTo>
                  <a:pt x="180581" y="189052"/>
                </a:lnTo>
                <a:lnTo>
                  <a:pt x="185635" y="185648"/>
                </a:lnTo>
                <a:lnTo>
                  <a:pt x="189039" y="180594"/>
                </a:lnTo>
                <a:lnTo>
                  <a:pt x="190296" y="174409"/>
                </a:lnTo>
                <a:close/>
              </a:path>
              <a:path w="1143000" h="1143000">
                <a:moveTo>
                  <a:pt x="190296" y="15900"/>
                </a:moveTo>
                <a:lnTo>
                  <a:pt x="189039" y="9702"/>
                </a:lnTo>
                <a:lnTo>
                  <a:pt x="185635" y="4660"/>
                </a:lnTo>
                <a:lnTo>
                  <a:pt x="180581" y="1244"/>
                </a:lnTo>
                <a:lnTo>
                  <a:pt x="174396" y="0"/>
                </a:lnTo>
                <a:lnTo>
                  <a:pt x="168211" y="1244"/>
                </a:lnTo>
                <a:lnTo>
                  <a:pt x="163156" y="4660"/>
                </a:lnTo>
                <a:lnTo>
                  <a:pt x="159753" y="9702"/>
                </a:lnTo>
                <a:lnTo>
                  <a:pt x="158496" y="15900"/>
                </a:lnTo>
                <a:lnTo>
                  <a:pt x="159753" y="22085"/>
                </a:lnTo>
                <a:lnTo>
                  <a:pt x="163156" y="27139"/>
                </a:lnTo>
                <a:lnTo>
                  <a:pt x="168211" y="30543"/>
                </a:lnTo>
                <a:lnTo>
                  <a:pt x="174396" y="31788"/>
                </a:lnTo>
                <a:lnTo>
                  <a:pt x="180581" y="30543"/>
                </a:lnTo>
                <a:lnTo>
                  <a:pt x="185635" y="27139"/>
                </a:lnTo>
                <a:lnTo>
                  <a:pt x="189039" y="22085"/>
                </a:lnTo>
                <a:lnTo>
                  <a:pt x="190296" y="15900"/>
                </a:lnTo>
                <a:close/>
              </a:path>
              <a:path w="1143000" h="1143000">
                <a:moveTo>
                  <a:pt x="348792" y="1126896"/>
                </a:moveTo>
                <a:lnTo>
                  <a:pt x="347535" y="1120698"/>
                </a:lnTo>
                <a:lnTo>
                  <a:pt x="344131" y="1115644"/>
                </a:lnTo>
                <a:lnTo>
                  <a:pt x="339077" y="1112240"/>
                </a:lnTo>
                <a:lnTo>
                  <a:pt x="332892" y="1110996"/>
                </a:lnTo>
                <a:lnTo>
                  <a:pt x="326707" y="1112240"/>
                </a:lnTo>
                <a:lnTo>
                  <a:pt x="321652" y="1115644"/>
                </a:lnTo>
                <a:lnTo>
                  <a:pt x="318249" y="1120698"/>
                </a:lnTo>
                <a:lnTo>
                  <a:pt x="316992" y="1126896"/>
                </a:lnTo>
                <a:lnTo>
                  <a:pt x="318249" y="1133081"/>
                </a:lnTo>
                <a:lnTo>
                  <a:pt x="321652" y="1138135"/>
                </a:lnTo>
                <a:lnTo>
                  <a:pt x="326707" y="1141539"/>
                </a:lnTo>
                <a:lnTo>
                  <a:pt x="332892" y="1142784"/>
                </a:lnTo>
                <a:lnTo>
                  <a:pt x="339077" y="1141539"/>
                </a:lnTo>
                <a:lnTo>
                  <a:pt x="344131" y="1138135"/>
                </a:lnTo>
                <a:lnTo>
                  <a:pt x="347535" y="1133081"/>
                </a:lnTo>
                <a:lnTo>
                  <a:pt x="348792" y="1126896"/>
                </a:lnTo>
                <a:close/>
              </a:path>
              <a:path w="1143000" h="1143000">
                <a:moveTo>
                  <a:pt x="348792" y="968400"/>
                </a:moveTo>
                <a:lnTo>
                  <a:pt x="347535" y="962202"/>
                </a:lnTo>
                <a:lnTo>
                  <a:pt x="344131" y="957148"/>
                </a:lnTo>
                <a:lnTo>
                  <a:pt x="339077" y="953744"/>
                </a:lnTo>
                <a:lnTo>
                  <a:pt x="332892" y="952500"/>
                </a:lnTo>
                <a:lnTo>
                  <a:pt x="326707" y="953744"/>
                </a:lnTo>
                <a:lnTo>
                  <a:pt x="321652" y="957148"/>
                </a:lnTo>
                <a:lnTo>
                  <a:pt x="318249" y="962202"/>
                </a:lnTo>
                <a:lnTo>
                  <a:pt x="316992" y="968400"/>
                </a:lnTo>
                <a:lnTo>
                  <a:pt x="318249" y="974585"/>
                </a:lnTo>
                <a:lnTo>
                  <a:pt x="321652" y="979639"/>
                </a:lnTo>
                <a:lnTo>
                  <a:pt x="326707" y="983043"/>
                </a:lnTo>
                <a:lnTo>
                  <a:pt x="332892" y="984288"/>
                </a:lnTo>
                <a:lnTo>
                  <a:pt x="339077" y="983043"/>
                </a:lnTo>
                <a:lnTo>
                  <a:pt x="344131" y="979639"/>
                </a:lnTo>
                <a:lnTo>
                  <a:pt x="347535" y="974585"/>
                </a:lnTo>
                <a:lnTo>
                  <a:pt x="348792" y="968400"/>
                </a:lnTo>
                <a:close/>
              </a:path>
              <a:path w="1143000" h="1143000">
                <a:moveTo>
                  <a:pt x="348792" y="809904"/>
                </a:moveTo>
                <a:lnTo>
                  <a:pt x="347535" y="803706"/>
                </a:lnTo>
                <a:lnTo>
                  <a:pt x="344131" y="798652"/>
                </a:lnTo>
                <a:lnTo>
                  <a:pt x="339077" y="795248"/>
                </a:lnTo>
                <a:lnTo>
                  <a:pt x="332892" y="794004"/>
                </a:lnTo>
                <a:lnTo>
                  <a:pt x="326707" y="795248"/>
                </a:lnTo>
                <a:lnTo>
                  <a:pt x="321652" y="798652"/>
                </a:lnTo>
                <a:lnTo>
                  <a:pt x="318249" y="803706"/>
                </a:lnTo>
                <a:lnTo>
                  <a:pt x="316992" y="809904"/>
                </a:lnTo>
                <a:lnTo>
                  <a:pt x="318249" y="816089"/>
                </a:lnTo>
                <a:lnTo>
                  <a:pt x="321652" y="821143"/>
                </a:lnTo>
                <a:lnTo>
                  <a:pt x="326707" y="824547"/>
                </a:lnTo>
                <a:lnTo>
                  <a:pt x="332892" y="825792"/>
                </a:lnTo>
                <a:lnTo>
                  <a:pt x="339077" y="824547"/>
                </a:lnTo>
                <a:lnTo>
                  <a:pt x="344131" y="821143"/>
                </a:lnTo>
                <a:lnTo>
                  <a:pt x="347535" y="816089"/>
                </a:lnTo>
                <a:lnTo>
                  <a:pt x="348792" y="809904"/>
                </a:lnTo>
                <a:close/>
              </a:path>
              <a:path w="1143000" h="1143000">
                <a:moveTo>
                  <a:pt x="348792" y="651408"/>
                </a:moveTo>
                <a:lnTo>
                  <a:pt x="347535" y="645210"/>
                </a:lnTo>
                <a:lnTo>
                  <a:pt x="344131" y="640156"/>
                </a:lnTo>
                <a:lnTo>
                  <a:pt x="339077" y="636752"/>
                </a:lnTo>
                <a:lnTo>
                  <a:pt x="332892" y="635508"/>
                </a:lnTo>
                <a:lnTo>
                  <a:pt x="326707" y="636752"/>
                </a:lnTo>
                <a:lnTo>
                  <a:pt x="321652" y="640156"/>
                </a:lnTo>
                <a:lnTo>
                  <a:pt x="318249" y="645210"/>
                </a:lnTo>
                <a:lnTo>
                  <a:pt x="316992" y="651408"/>
                </a:lnTo>
                <a:lnTo>
                  <a:pt x="318249" y="657593"/>
                </a:lnTo>
                <a:lnTo>
                  <a:pt x="321652" y="662647"/>
                </a:lnTo>
                <a:lnTo>
                  <a:pt x="326707" y="666051"/>
                </a:lnTo>
                <a:lnTo>
                  <a:pt x="332892" y="667296"/>
                </a:lnTo>
                <a:lnTo>
                  <a:pt x="339077" y="666051"/>
                </a:lnTo>
                <a:lnTo>
                  <a:pt x="344131" y="662647"/>
                </a:lnTo>
                <a:lnTo>
                  <a:pt x="347535" y="657593"/>
                </a:lnTo>
                <a:lnTo>
                  <a:pt x="348792" y="651408"/>
                </a:lnTo>
                <a:close/>
              </a:path>
              <a:path w="1143000" h="1143000">
                <a:moveTo>
                  <a:pt x="348792" y="492912"/>
                </a:moveTo>
                <a:lnTo>
                  <a:pt x="347535" y="486714"/>
                </a:lnTo>
                <a:lnTo>
                  <a:pt x="344131" y="481660"/>
                </a:lnTo>
                <a:lnTo>
                  <a:pt x="339077" y="478256"/>
                </a:lnTo>
                <a:lnTo>
                  <a:pt x="332892" y="477012"/>
                </a:lnTo>
                <a:lnTo>
                  <a:pt x="326707" y="478256"/>
                </a:lnTo>
                <a:lnTo>
                  <a:pt x="321652" y="481660"/>
                </a:lnTo>
                <a:lnTo>
                  <a:pt x="318249" y="486714"/>
                </a:lnTo>
                <a:lnTo>
                  <a:pt x="316992" y="492912"/>
                </a:lnTo>
                <a:lnTo>
                  <a:pt x="318249" y="499097"/>
                </a:lnTo>
                <a:lnTo>
                  <a:pt x="321652" y="504151"/>
                </a:lnTo>
                <a:lnTo>
                  <a:pt x="326707" y="507555"/>
                </a:lnTo>
                <a:lnTo>
                  <a:pt x="332892" y="508800"/>
                </a:lnTo>
                <a:lnTo>
                  <a:pt x="339077" y="507555"/>
                </a:lnTo>
                <a:lnTo>
                  <a:pt x="344131" y="504151"/>
                </a:lnTo>
                <a:lnTo>
                  <a:pt x="347535" y="499097"/>
                </a:lnTo>
                <a:lnTo>
                  <a:pt x="348792" y="492912"/>
                </a:lnTo>
                <a:close/>
              </a:path>
              <a:path w="1143000" h="1143000">
                <a:moveTo>
                  <a:pt x="348792" y="332892"/>
                </a:moveTo>
                <a:lnTo>
                  <a:pt x="347535" y="326694"/>
                </a:lnTo>
                <a:lnTo>
                  <a:pt x="344131" y="321640"/>
                </a:lnTo>
                <a:lnTo>
                  <a:pt x="339077" y="318236"/>
                </a:lnTo>
                <a:lnTo>
                  <a:pt x="332892" y="316992"/>
                </a:lnTo>
                <a:lnTo>
                  <a:pt x="326707" y="318236"/>
                </a:lnTo>
                <a:lnTo>
                  <a:pt x="321652" y="321640"/>
                </a:lnTo>
                <a:lnTo>
                  <a:pt x="318249" y="326694"/>
                </a:lnTo>
                <a:lnTo>
                  <a:pt x="316992" y="332892"/>
                </a:lnTo>
                <a:lnTo>
                  <a:pt x="318249" y="339077"/>
                </a:lnTo>
                <a:lnTo>
                  <a:pt x="321652" y="344131"/>
                </a:lnTo>
                <a:lnTo>
                  <a:pt x="326707" y="347535"/>
                </a:lnTo>
                <a:lnTo>
                  <a:pt x="332892" y="348780"/>
                </a:lnTo>
                <a:lnTo>
                  <a:pt x="339077" y="347535"/>
                </a:lnTo>
                <a:lnTo>
                  <a:pt x="344131" y="344131"/>
                </a:lnTo>
                <a:lnTo>
                  <a:pt x="347535" y="339077"/>
                </a:lnTo>
                <a:lnTo>
                  <a:pt x="348792" y="332892"/>
                </a:lnTo>
                <a:close/>
              </a:path>
              <a:path w="1143000" h="1143000">
                <a:moveTo>
                  <a:pt x="348792" y="174409"/>
                </a:moveTo>
                <a:lnTo>
                  <a:pt x="347535" y="168211"/>
                </a:lnTo>
                <a:lnTo>
                  <a:pt x="344131" y="163169"/>
                </a:lnTo>
                <a:lnTo>
                  <a:pt x="339077" y="159753"/>
                </a:lnTo>
                <a:lnTo>
                  <a:pt x="332892" y="158508"/>
                </a:lnTo>
                <a:lnTo>
                  <a:pt x="326707" y="159753"/>
                </a:lnTo>
                <a:lnTo>
                  <a:pt x="321652" y="163169"/>
                </a:lnTo>
                <a:lnTo>
                  <a:pt x="318249" y="168211"/>
                </a:lnTo>
                <a:lnTo>
                  <a:pt x="316992" y="174409"/>
                </a:lnTo>
                <a:lnTo>
                  <a:pt x="318249" y="180594"/>
                </a:lnTo>
                <a:lnTo>
                  <a:pt x="321652" y="185648"/>
                </a:lnTo>
                <a:lnTo>
                  <a:pt x="326707" y="189052"/>
                </a:lnTo>
                <a:lnTo>
                  <a:pt x="332892" y="190296"/>
                </a:lnTo>
                <a:lnTo>
                  <a:pt x="339077" y="189052"/>
                </a:lnTo>
                <a:lnTo>
                  <a:pt x="344131" y="185648"/>
                </a:lnTo>
                <a:lnTo>
                  <a:pt x="347535" y="180594"/>
                </a:lnTo>
                <a:lnTo>
                  <a:pt x="348792" y="174409"/>
                </a:lnTo>
                <a:close/>
              </a:path>
              <a:path w="1143000" h="1143000">
                <a:moveTo>
                  <a:pt x="348792" y="15900"/>
                </a:moveTo>
                <a:lnTo>
                  <a:pt x="347535" y="9702"/>
                </a:lnTo>
                <a:lnTo>
                  <a:pt x="344131" y="4660"/>
                </a:lnTo>
                <a:lnTo>
                  <a:pt x="339077" y="1244"/>
                </a:lnTo>
                <a:lnTo>
                  <a:pt x="332892" y="0"/>
                </a:lnTo>
                <a:lnTo>
                  <a:pt x="326707" y="1244"/>
                </a:lnTo>
                <a:lnTo>
                  <a:pt x="321652" y="4660"/>
                </a:lnTo>
                <a:lnTo>
                  <a:pt x="318249" y="9702"/>
                </a:lnTo>
                <a:lnTo>
                  <a:pt x="316992" y="15900"/>
                </a:lnTo>
                <a:lnTo>
                  <a:pt x="318249" y="22085"/>
                </a:lnTo>
                <a:lnTo>
                  <a:pt x="321652" y="27139"/>
                </a:lnTo>
                <a:lnTo>
                  <a:pt x="326707" y="30543"/>
                </a:lnTo>
                <a:lnTo>
                  <a:pt x="332892" y="31788"/>
                </a:lnTo>
                <a:lnTo>
                  <a:pt x="339077" y="30543"/>
                </a:lnTo>
                <a:lnTo>
                  <a:pt x="344131" y="27139"/>
                </a:lnTo>
                <a:lnTo>
                  <a:pt x="347535" y="22085"/>
                </a:lnTo>
                <a:lnTo>
                  <a:pt x="348792" y="15900"/>
                </a:lnTo>
                <a:close/>
              </a:path>
              <a:path w="1143000" h="1143000">
                <a:moveTo>
                  <a:pt x="507288" y="1126896"/>
                </a:moveTo>
                <a:lnTo>
                  <a:pt x="506031" y="1120698"/>
                </a:lnTo>
                <a:lnTo>
                  <a:pt x="502627" y="1115644"/>
                </a:lnTo>
                <a:lnTo>
                  <a:pt x="497573" y="1112240"/>
                </a:lnTo>
                <a:lnTo>
                  <a:pt x="491388" y="1110996"/>
                </a:lnTo>
                <a:lnTo>
                  <a:pt x="485203" y="1112240"/>
                </a:lnTo>
                <a:lnTo>
                  <a:pt x="480148" y="1115644"/>
                </a:lnTo>
                <a:lnTo>
                  <a:pt x="476745" y="1120698"/>
                </a:lnTo>
                <a:lnTo>
                  <a:pt x="475488" y="1126896"/>
                </a:lnTo>
                <a:lnTo>
                  <a:pt x="476745" y="1133081"/>
                </a:lnTo>
                <a:lnTo>
                  <a:pt x="480148" y="1138135"/>
                </a:lnTo>
                <a:lnTo>
                  <a:pt x="485203" y="1141539"/>
                </a:lnTo>
                <a:lnTo>
                  <a:pt x="491388" y="1142784"/>
                </a:lnTo>
                <a:lnTo>
                  <a:pt x="497573" y="1141539"/>
                </a:lnTo>
                <a:lnTo>
                  <a:pt x="502627" y="1138135"/>
                </a:lnTo>
                <a:lnTo>
                  <a:pt x="506031" y="1133081"/>
                </a:lnTo>
                <a:lnTo>
                  <a:pt x="507288" y="1126896"/>
                </a:lnTo>
                <a:close/>
              </a:path>
              <a:path w="1143000" h="1143000">
                <a:moveTo>
                  <a:pt x="507288" y="968400"/>
                </a:moveTo>
                <a:lnTo>
                  <a:pt x="506031" y="962202"/>
                </a:lnTo>
                <a:lnTo>
                  <a:pt x="502627" y="957148"/>
                </a:lnTo>
                <a:lnTo>
                  <a:pt x="497573" y="953744"/>
                </a:lnTo>
                <a:lnTo>
                  <a:pt x="491388" y="952500"/>
                </a:lnTo>
                <a:lnTo>
                  <a:pt x="485203" y="953744"/>
                </a:lnTo>
                <a:lnTo>
                  <a:pt x="480148" y="957148"/>
                </a:lnTo>
                <a:lnTo>
                  <a:pt x="476745" y="962202"/>
                </a:lnTo>
                <a:lnTo>
                  <a:pt x="475488" y="968400"/>
                </a:lnTo>
                <a:lnTo>
                  <a:pt x="476745" y="974585"/>
                </a:lnTo>
                <a:lnTo>
                  <a:pt x="480148" y="979639"/>
                </a:lnTo>
                <a:lnTo>
                  <a:pt x="485203" y="983043"/>
                </a:lnTo>
                <a:lnTo>
                  <a:pt x="491388" y="984288"/>
                </a:lnTo>
                <a:lnTo>
                  <a:pt x="497573" y="983043"/>
                </a:lnTo>
                <a:lnTo>
                  <a:pt x="502627" y="979639"/>
                </a:lnTo>
                <a:lnTo>
                  <a:pt x="506031" y="974585"/>
                </a:lnTo>
                <a:lnTo>
                  <a:pt x="507288" y="968400"/>
                </a:lnTo>
                <a:close/>
              </a:path>
              <a:path w="1143000" h="1143000">
                <a:moveTo>
                  <a:pt x="507288" y="809904"/>
                </a:moveTo>
                <a:lnTo>
                  <a:pt x="506031" y="803706"/>
                </a:lnTo>
                <a:lnTo>
                  <a:pt x="502627" y="798652"/>
                </a:lnTo>
                <a:lnTo>
                  <a:pt x="497573" y="795248"/>
                </a:lnTo>
                <a:lnTo>
                  <a:pt x="491388" y="794004"/>
                </a:lnTo>
                <a:lnTo>
                  <a:pt x="485203" y="795248"/>
                </a:lnTo>
                <a:lnTo>
                  <a:pt x="480148" y="798652"/>
                </a:lnTo>
                <a:lnTo>
                  <a:pt x="476745" y="803706"/>
                </a:lnTo>
                <a:lnTo>
                  <a:pt x="475488" y="809904"/>
                </a:lnTo>
                <a:lnTo>
                  <a:pt x="476745" y="816089"/>
                </a:lnTo>
                <a:lnTo>
                  <a:pt x="480148" y="821143"/>
                </a:lnTo>
                <a:lnTo>
                  <a:pt x="485203" y="824547"/>
                </a:lnTo>
                <a:lnTo>
                  <a:pt x="491388" y="825792"/>
                </a:lnTo>
                <a:lnTo>
                  <a:pt x="497573" y="824547"/>
                </a:lnTo>
                <a:lnTo>
                  <a:pt x="502627" y="821143"/>
                </a:lnTo>
                <a:lnTo>
                  <a:pt x="506031" y="816089"/>
                </a:lnTo>
                <a:lnTo>
                  <a:pt x="507288" y="809904"/>
                </a:lnTo>
                <a:close/>
              </a:path>
              <a:path w="1143000" h="1143000">
                <a:moveTo>
                  <a:pt x="507288" y="651408"/>
                </a:moveTo>
                <a:lnTo>
                  <a:pt x="506031" y="645210"/>
                </a:lnTo>
                <a:lnTo>
                  <a:pt x="502627" y="640156"/>
                </a:lnTo>
                <a:lnTo>
                  <a:pt x="497573" y="636752"/>
                </a:lnTo>
                <a:lnTo>
                  <a:pt x="491388" y="635508"/>
                </a:lnTo>
                <a:lnTo>
                  <a:pt x="485203" y="636752"/>
                </a:lnTo>
                <a:lnTo>
                  <a:pt x="480148" y="640156"/>
                </a:lnTo>
                <a:lnTo>
                  <a:pt x="476745" y="645210"/>
                </a:lnTo>
                <a:lnTo>
                  <a:pt x="475488" y="651408"/>
                </a:lnTo>
                <a:lnTo>
                  <a:pt x="476745" y="657593"/>
                </a:lnTo>
                <a:lnTo>
                  <a:pt x="480148" y="662647"/>
                </a:lnTo>
                <a:lnTo>
                  <a:pt x="485203" y="666051"/>
                </a:lnTo>
                <a:lnTo>
                  <a:pt x="491388" y="667296"/>
                </a:lnTo>
                <a:lnTo>
                  <a:pt x="497573" y="666051"/>
                </a:lnTo>
                <a:lnTo>
                  <a:pt x="502627" y="662647"/>
                </a:lnTo>
                <a:lnTo>
                  <a:pt x="506031" y="657593"/>
                </a:lnTo>
                <a:lnTo>
                  <a:pt x="507288" y="651408"/>
                </a:lnTo>
                <a:close/>
              </a:path>
              <a:path w="1143000" h="1143000">
                <a:moveTo>
                  <a:pt x="507288" y="492912"/>
                </a:moveTo>
                <a:lnTo>
                  <a:pt x="506031" y="486714"/>
                </a:lnTo>
                <a:lnTo>
                  <a:pt x="502627" y="481660"/>
                </a:lnTo>
                <a:lnTo>
                  <a:pt x="497573" y="478256"/>
                </a:lnTo>
                <a:lnTo>
                  <a:pt x="491388" y="477012"/>
                </a:lnTo>
                <a:lnTo>
                  <a:pt x="485203" y="478256"/>
                </a:lnTo>
                <a:lnTo>
                  <a:pt x="480148" y="481660"/>
                </a:lnTo>
                <a:lnTo>
                  <a:pt x="476745" y="486714"/>
                </a:lnTo>
                <a:lnTo>
                  <a:pt x="475488" y="492912"/>
                </a:lnTo>
                <a:lnTo>
                  <a:pt x="476745" y="499097"/>
                </a:lnTo>
                <a:lnTo>
                  <a:pt x="480148" y="504151"/>
                </a:lnTo>
                <a:lnTo>
                  <a:pt x="485203" y="507555"/>
                </a:lnTo>
                <a:lnTo>
                  <a:pt x="491388" y="508800"/>
                </a:lnTo>
                <a:lnTo>
                  <a:pt x="497573" y="507555"/>
                </a:lnTo>
                <a:lnTo>
                  <a:pt x="502627" y="504151"/>
                </a:lnTo>
                <a:lnTo>
                  <a:pt x="506031" y="499097"/>
                </a:lnTo>
                <a:lnTo>
                  <a:pt x="507288" y="492912"/>
                </a:lnTo>
                <a:close/>
              </a:path>
              <a:path w="1143000" h="1143000">
                <a:moveTo>
                  <a:pt x="507288" y="332892"/>
                </a:moveTo>
                <a:lnTo>
                  <a:pt x="506031" y="326694"/>
                </a:lnTo>
                <a:lnTo>
                  <a:pt x="502627" y="321640"/>
                </a:lnTo>
                <a:lnTo>
                  <a:pt x="497573" y="318236"/>
                </a:lnTo>
                <a:lnTo>
                  <a:pt x="491388" y="316992"/>
                </a:lnTo>
                <a:lnTo>
                  <a:pt x="485203" y="318236"/>
                </a:lnTo>
                <a:lnTo>
                  <a:pt x="480148" y="321640"/>
                </a:lnTo>
                <a:lnTo>
                  <a:pt x="476745" y="326694"/>
                </a:lnTo>
                <a:lnTo>
                  <a:pt x="475488" y="332892"/>
                </a:lnTo>
                <a:lnTo>
                  <a:pt x="476745" y="339077"/>
                </a:lnTo>
                <a:lnTo>
                  <a:pt x="480148" y="344131"/>
                </a:lnTo>
                <a:lnTo>
                  <a:pt x="485203" y="347535"/>
                </a:lnTo>
                <a:lnTo>
                  <a:pt x="491388" y="348780"/>
                </a:lnTo>
                <a:lnTo>
                  <a:pt x="497573" y="347535"/>
                </a:lnTo>
                <a:lnTo>
                  <a:pt x="502627" y="344131"/>
                </a:lnTo>
                <a:lnTo>
                  <a:pt x="506031" y="339077"/>
                </a:lnTo>
                <a:lnTo>
                  <a:pt x="507288" y="332892"/>
                </a:lnTo>
                <a:close/>
              </a:path>
              <a:path w="1143000" h="1143000">
                <a:moveTo>
                  <a:pt x="507288" y="174409"/>
                </a:moveTo>
                <a:lnTo>
                  <a:pt x="506031" y="168211"/>
                </a:lnTo>
                <a:lnTo>
                  <a:pt x="502627" y="163169"/>
                </a:lnTo>
                <a:lnTo>
                  <a:pt x="497573" y="159753"/>
                </a:lnTo>
                <a:lnTo>
                  <a:pt x="491388" y="158508"/>
                </a:lnTo>
                <a:lnTo>
                  <a:pt x="485203" y="159753"/>
                </a:lnTo>
                <a:lnTo>
                  <a:pt x="480148" y="163169"/>
                </a:lnTo>
                <a:lnTo>
                  <a:pt x="476745" y="168211"/>
                </a:lnTo>
                <a:lnTo>
                  <a:pt x="475488" y="174409"/>
                </a:lnTo>
                <a:lnTo>
                  <a:pt x="476745" y="180594"/>
                </a:lnTo>
                <a:lnTo>
                  <a:pt x="480148" y="185648"/>
                </a:lnTo>
                <a:lnTo>
                  <a:pt x="485203" y="189052"/>
                </a:lnTo>
                <a:lnTo>
                  <a:pt x="491388" y="190296"/>
                </a:lnTo>
                <a:lnTo>
                  <a:pt x="497573" y="189052"/>
                </a:lnTo>
                <a:lnTo>
                  <a:pt x="502627" y="185648"/>
                </a:lnTo>
                <a:lnTo>
                  <a:pt x="506031" y="180594"/>
                </a:lnTo>
                <a:lnTo>
                  <a:pt x="507288" y="174409"/>
                </a:lnTo>
                <a:close/>
              </a:path>
              <a:path w="1143000" h="1143000">
                <a:moveTo>
                  <a:pt x="507288" y="15900"/>
                </a:moveTo>
                <a:lnTo>
                  <a:pt x="506031" y="9702"/>
                </a:lnTo>
                <a:lnTo>
                  <a:pt x="502627" y="4660"/>
                </a:lnTo>
                <a:lnTo>
                  <a:pt x="497573" y="1244"/>
                </a:lnTo>
                <a:lnTo>
                  <a:pt x="491388" y="0"/>
                </a:lnTo>
                <a:lnTo>
                  <a:pt x="485203" y="1244"/>
                </a:lnTo>
                <a:lnTo>
                  <a:pt x="480148" y="4660"/>
                </a:lnTo>
                <a:lnTo>
                  <a:pt x="476745" y="9702"/>
                </a:lnTo>
                <a:lnTo>
                  <a:pt x="475488" y="15900"/>
                </a:lnTo>
                <a:lnTo>
                  <a:pt x="476745" y="22085"/>
                </a:lnTo>
                <a:lnTo>
                  <a:pt x="480148" y="27139"/>
                </a:lnTo>
                <a:lnTo>
                  <a:pt x="485203" y="30543"/>
                </a:lnTo>
                <a:lnTo>
                  <a:pt x="491388" y="31788"/>
                </a:lnTo>
                <a:lnTo>
                  <a:pt x="497573" y="30543"/>
                </a:lnTo>
                <a:lnTo>
                  <a:pt x="502627" y="27139"/>
                </a:lnTo>
                <a:lnTo>
                  <a:pt x="506031" y="22085"/>
                </a:lnTo>
                <a:lnTo>
                  <a:pt x="507288" y="15900"/>
                </a:lnTo>
                <a:close/>
              </a:path>
              <a:path w="1143000" h="1143000">
                <a:moveTo>
                  <a:pt x="665797" y="1126896"/>
                </a:moveTo>
                <a:lnTo>
                  <a:pt x="664603" y="1120698"/>
                </a:lnTo>
                <a:lnTo>
                  <a:pt x="661365" y="1115644"/>
                </a:lnTo>
                <a:lnTo>
                  <a:pt x="656551" y="1112240"/>
                </a:lnTo>
                <a:lnTo>
                  <a:pt x="650659" y="1110996"/>
                </a:lnTo>
                <a:lnTo>
                  <a:pt x="644766" y="1112240"/>
                </a:lnTo>
                <a:lnTo>
                  <a:pt x="639953" y="1115644"/>
                </a:lnTo>
                <a:lnTo>
                  <a:pt x="636714" y="1120698"/>
                </a:lnTo>
                <a:lnTo>
                  <a:pt x="635520" y="1126896"/>
                </a:lnTo>
                <a:lnTo>
                  <a:pt x="636714" y="1133081"/>
                </a:lnTo>
                <a:lnTo>
                  <a:pt x="639953" y="1138135"/>
                </a:lnTo>
                <a:lnTo>
                  <a:pt x="644766" y="1141539"/>
                </a:lnTo>
                <a:lnTo>
                  <a:pt x="650659" y="1142784"/>
                </a:lnTo>
                <a:lnTo>
                  <a:pt x="656551" y="1141539"/>
                </a:lnTo>
                <a:lnTo>
                  <a:pt x="661365" y="1138135"/>
                </a:lnTo>
                <a:lnTo>
                  <a:pt x="664603" y="1133081"/>
                </a:lnTo>
                <a:lnTo>
                  <a:pt x="665797" y="1126896"/>
                </a:lnTo>
                <a:close/>
              </a:path>
              <a:path w="1143000" h="1143000">
                <a:moveTo>
                  <a:pt x="665797" y="968400"/>
                </a:moveTo>
                <a:lnTo>
                  <a:pt x="664603" y="962202"/>
                </a:lnTo>
                <a:lnTo>
                  <a:pt x="661365" y="957148"/>
                </a:lnTo>
                <a:lnTo>
                  <a:pt x="656551" y="953744"/>
                </a:lnTo>
                <a:lnTo>
                  <a:pt x="650659" y="952500"/>
                </a:lnTo>
                <a:lnTo>
                  <a:pt x="644766" y="953744"/>
                </a:lnTo>
                <a:lnTo>
                  <a:pt x="639953" y="957148"/>
                </a:lnTo>
                <a:lnTo>
                  <a:pt x="636714" y="962202"/>
                </a:lnTo>
                <a:lnTo>
                  <a:pt x="635520" y="968400"/>
                </a:lnTo>
                <a:lnTo>
                  <a:pt x="636714" y="974585"/>
                </a:lnTo>
                <a:lnTo>
                  <a:pt x="639953" y="979639"/>
                </a:lnTo>
                <a:lnTo>
                  <a:pt x="644766" y="983043"/>
                </a:lnTo>
                <a:lnTo>
                  <a:pt x="650659" y="984288"/>
                </a:lnTo>
                <a:lnTo>
                  <a:pt x="656551" y="983043"/>
                </a:lnTo>
                <a:lnTo>
                  <a:pt x="661365" y="979639"/>
                </a:lnTo>
                <a:lnTo>
                  <a:pt x="664603" y="974585"/>
                </a:lnTo>
                <a:lnTo>
                  <a:pt x="665797" y="968400"/>
                </a:lnTo>
                <a:close/>
              </a:path>
              <a:path w="1143000" h="1143000">
                <a:moveTo>
                  <a:pt x="665797" y="809904"/>
                </a:moveTo>
                <a:lnTo>
                  <a:pt x="664603" y="803706"/>
                </a:lnTo>
                <a:lnTo>
                  <a:pt x="661365" y="798652"/>
                </a:lnTo>
                <a:lnTo>
                  <a:pt x="656551" y="795248"/>
                </a:lnTo>
                <a:lnTo>
                  <a:pt x="650659" y="794004"/>
                </a:lnTo>
                <a:lnTo>
                  <a:pt x="644766" y="795248"/>
                </a:lnTo>
                <a:lnTo>
                  <a:pt x="639953" y="798652"/>
                </a:lnTo>
                <a:lnTo>
                  <a:pt x="636714" y="803706"/>
                </a:lnTo>
                <a:lnTo>
                  <a:pt x="635520" y="809904"/>
                </a:lnTo>
                <a:lnTo>
                  <a:pt x="636714" y="816089"/>
                </a:lnTo>
                <a:lnTo>
                  <a:pt x="639953" y="821143"/>
                </a:lnTo>
                <a:lnTo>
                  <a:pt x="644766" y="824547"/>
                </a:lnTo>
                <a:lnTo>
                  <a:pt x="650659" y="825792"/>
                </a:lnTo>
                <a:lnTo>
                  <a:pt x="656551" y="824547"/>
                </a:lnTo>
                <a:lnTo>
                  <a:pt x="661365" y="821143"/>
                </a:lnTo>
                <a:lnTo>
                  <a:pt x="664603" y="816089"/>
                </a:lnTo>
                <a:lnTo>
                  <a:pt x="665797" y="809904"/>
                </a:lnTo>
                <a:close/>
              </a:path>
              <a:path w="1143000" h="1143000">
                <a:moveTo>
                  <a:pt x="665797" y="651408"/>
                </a:moveTo>
                <a:lnTo>
                  <a:pt x="664603" y="645210"/>
                </a:lnTo>
                <a:lnTo>
                  <a:pt x="661365" y="640156"/>
                </a:lnTo>
                <a:lnTo>
                  <a:pt x="656551" y="636752"/>
                </a:lnTo>
                <a:lnTo>
                  <a:pt x="650659" y="635508"/>
                </a:lnTo>
                <a:lnTo>
                  <a:pt x="644766" y="636752"/>
                </a:lnTo>
                <a:lnTo>
                  <a:pt x="639953" y="640156"/>
                </a:lnTo>
                <a:lnTo>
                  <a:pt x="636714" y="645210"/>
                </a:lnTo>
                <a:lnTo>
                  <a:pt x="635520" y="651408"/>
                </a:lnTo>
                <a:lnTo>
                  <a:pt x="636714" y="657593"/>
                </a:lnTo>
                <a:lnTo>
                  <a:pt x="639953" y="662647"/>
                </a:lnTo>
                <a:lnTo>
                  <a:pt x="644766" y="666051"/>
                </a:lnTo>
                <a:lnTo>
                  <a:pt x="650659" y="667296"/>
                </a:lnTo>
                <a:lnTo>
                  <a:pt x="656551" y="666051"/>
                </a:lnTo>
                <a:lnTo>
                  <a:pt x="661365" y="662647"/>
                </a:lnTo>
                <a:lnTo>
                  <a:pt x="664603" y="657593"/>
                </a:lnTo>
                <a:lnTo>
                  <a:pt x="665797" y="651408"/>
                </a:lnTo>
                <a:close/>
              </a:path>
              <a:path w="1143000" h="1143000">
                <a:moveTo>
                  <a:pt x="665797" y="492912"/>
                </a:moveTo>
                <a:lnTo>
                  <a:pt x="664603" y="486714"/>
                </a:lnTo>
                <a:lnTo>
                  <a:pt x="661365" y="481660"/>
                </a:lnTo>
                <a:lnTo>
                  <a:pt x="656551" y="478256"/>
                </a:lnTo>
                <a:lnTo>
                  <a:pt x="650659" y="477012"/>
                </a:lnTo>
                <a:lnTo>
                  <a:pt x="644766" y="478256"/>
                </a:lnTo>
                <a:lnTo>
                  <a:pt x="639953" y="481660"/>
                </a:lnTo>
                <a:lnTo>
                  <a:pt x="636714" y="486714"/>
                </a:lnTo>
                <a:lnTo>
                  <a:pt x="635520" y="492912"/>
                </a:lnTo>
                <a:lnTo>
                  <a:pt x="636714" y="499097"/>
                </a:lnTo>
                <a:lnTo>
                  <a:pt x="639953" y="504151"/>
                </a:lnTo>
                <a:lnTo>
                  <a:pt x="644766" y="507555"/>
                </a:lnTo>
                <a:lnTo>
                  <a:pt x="650659" y="508800"/>
                </a:lnTo>
                <a:lnTo>
                  <a:pt x="656551" y="507555"/>
                </a:lnTo>
                <a:lnTo>
                  <a:pt x="661365" y="504151"/>
                </a:lnTo>
                <a:lnTo>
                  <a:pt x="664603" y="499097"/>
                </a:lnTo>
                <a:lnTo>
                  <a:pt x="665797" y="492912"/>
                </a:lnTo>
                <a:close/>
              </a:path>
              <a:path w="1143000" h="1143000">
                <a:moveTo>
                  <a:pt x="665797" y="332892"/>
                </a:moveTo>
                <a:lnTo>
                  <a:pt x="664603" y="326694"/>
                </a:lnTo>
                <a:lnTo>
                  <a:pt x="661365" y="321640"/>
                </a:lnTo>
                <a:lnTo>
                  <a:pt x="656551" y="318236"/>
                </a:lnTo>
                <a:lnTo>
                  <a:pt x="650659" y="316992"/>
                </a:lnTo>
                <a:lnTo>
                  <a:pt x="644766" y="318236"/>
                </a:lnTo>
                <a:lnTo>
                  <a:pt x="639953" y="321640"/>
                </a:lnTo>
                <a:lnTo>
                  <a:pt x="636714" y="326694"/>
                </a:lnTo>
                <a:lnTo>
                  <a:pt x="635520" y="332892"/>
                </a:lnTo>
                <a:lnTo>
                  <a:pt x="636714" y="339077"/>
                </a:lnTo>
                <a:lnTo>
                  <a:pt x="639953" y="344131"/>
                </a:lnTo>
                <a:lnTo>
                  <a:pt x="644766" y="347535"/>
                </a:lnTo>
                <a:lnTo>
                  <a:pt x="650659" y="348780"/>
                </a:lnTo>
                <a:lnTo>
                  <a:pt x="656551" y="347535"/>
                </a:lnTo>
                <a:lnTo>
                  <a:pt x="661365" y="344131"/>
                </a:lnTo>
                <a:lnTo>
                  <a:pt x="664603" y="339077"/>
                </a:lnTo>
                <a:lnTo>
                  <a:pt x="665797" y="332892"/>
                </a:lnTo>
                <a:close/>
              </a:path>
              <a:path w="1143000" h="1143000">
                <a:moveTo>
                  <a:pt x="665797" y="174409"/>
                </a:moveTo>
                <a:lnTo>
                  <a:pt x="664603" y="168211"/>
                </a:lnTo>
                <a:lnTo>
                  <a:pt x="661365" y="163169"/>
                </a:lnTo>
                <a:lnTo>
                  <a:pt x="656551" y="159753"/>
                </a:lnTo>
                <a:lnTo>
                  <a:pt x="650659" y="158508"/>
                </a:lnTo>
                <a:lnTo>
                  <a:pt x="644766" y="159753"/>
                </a:lnTo>
                <a:lnTo>
                  <a:pt x="639953" y="163169"/>
                </a:lnTo>
                <a:lnTo>
                  <a:pt x="636714" y="168211"/>
                </a:lnTo>
                <a:lnTo>
                  <a:pt x="635520" y="174409"/>
                </a:lnTo>
                <a:lnTo>
                  <a:pt x="636714" y="180594"/>
                </a:lnTo>
                <a:lnTo>
                  <a:pt x="639953" y="185648"/>
                </a:lnTo>
                <a:lnTo>
                  <a:pt x="644766" y="189052"/>
                </a:lnTo>
                <a:lnTo>
                  <a:pt x="650659" y="190296"/>
                </a:lnTo>
                <a:lnTo>
                  <a:pt x="656551" y="189052"/>
                </a:lnTo>
                <a:lnTo>
                  <a:pt x="661365" y="185648"/>
                </a:lnTo>
                <a:lnTo>
                  <a:pt x="664603" y="180594"/>
                </a:lnTo>
                <a:lnTo>
                  <a:pt x="665797" y="174409"/>
                </a:lnTo>
                <a:close/>
              </a:path>
              <a:path w="1143000" h="1143000">
                <a:moveTo>
                  <a:pt x="665797" y="15900"/>
                </a:moveTo>
                <a:lnTo>
                  <a:pt x="664603" y="9702"/>
                </a:lnTo>
                <a:lnTo>
                  <a:pt x="661365" y="4660"/>
                </a:lnTo>
                <a:lnTo>
                  <a:pt x="656551" y="1244"/>
                </a:lnTo>
                <a:lnTo>
                  <a:pt x="650659" y="0"/>
                </a:lnTo>
                <a:lnTo>
                  <a:pt x="644766" y="1244"/>
                </a:lnTo>
                <a:lnTo>
                  <a:pt x="639953" y="4660"/>
                </a:lnTo>
                <a:lnTo>
                  <a:pt x="636714" y="9702"/>
                </a:lnTo>
                <a:lnTo>
                  <a:pt x="635520" y="15900"/>
                </a:lnTo>
                <a:lnTo>
                  <a:pt x="636714" y="22085"/>
                </a:lnTo>
                <a:lnTo>
                  <a:pt x="639953" y="27139"/>
                </a:lnTo>
                <a:lnTo>
                  <a:pt x="644766" y="30543"/>
                </a:lnTo>
                <a:lnTo>
                  <a:pt x="650659" y="31788"/>
                </a:lnTo>
                <a:lnTo>
                  <a:pt x="656551" y="30543"/>
                </a:lnTo>
                <a:lnTo>
                  <a:pt x="661365" y="27139"/>
                </a:lnTo>
                <a:lnTo>
                  <a:pt x="664603" y="22085"/>
                </a:lnTo>
                <a:lnTo>
                  <a:pt x="665797" y="15900"/>
                </a:lnTo>
                <a:close/>
              </a:path>
              <a:path w="1143000" h="1143000">
                <a:moveTo>
                  <a:pt x="825804" y="1126896"/>
                </a:moveTo>
                <a:lnTo>
                  <a:pt x="824547" y="1120698"/>
                </a:lnTo>
                <a:lnTo>
                  <a:pt x="821143" y="1115644"/>
                </a:lnTo>
                <a:lnTo>
                  <a:pt x="816089" y="1112240"/>
                </a:lnTo>
                <a:lnTo>
                  <a:pt x="809904" y="1110996"/>
                </a:lnTo>
                <a:lnTo>
                  <a:pt x="803719" y="1112240"/>
                </a:lnTo>
                <a:lnTo>
                  <a:pt x="798664" y="1115644"/>
                </a:lnTo>
                <a:lnTo>
                  <a:pt x="795261" y="1120698"/>
                </a:lnTo>
                <a:lnTo>
                  <a:pt x="794004" y="1126896"/>
                </a:lnTo>
                <a:lnTo>
                  <a:pt x="795261" y="1133081"/>
                </a:lnTo>
                <a:lnTo>
                  <a:pt x="798664" y="1138135"/>
                </a:lnTo>
                <a:lnTo>
                  <a:pt x="803719" y="1141539"/>
                </a:lnTo>
                <a:lnTo>
                  <a:pt x="809904" y="1142784"/>
                </a:lnTo>
                <a:lnTo>
                  <a:pt x="816089" y="1141539"/>
                </a:lnTo>
                <a:lnTo>
                  <a:pt x="821143" y="1138135"/>
                </a:lnTo>
                <a:lnTo>
                  <a:pt x="824547" y="1133081"/>
                </a:lnTo>
                <a:lnTo>
                  <a:pt x="825804" y="1126896"/>
                </a:lnTo>
                <a:close/>
              </a:path>
              <a:path w="1143000" h="1143000">
                <a:moveTo>
                  <a:pt x="825804" y="968400"/>
                </a:moveTo>
                <a:lnTo>
                  <a:pt x="824547" y="962202"/>
                </a:lnTo>
                <a:lnTo>
                  <a:pt x="821143" y="957148"/>
                </a:lnTo>
                <a:lnTo>
                  <a:pt x="816089" y="953744"/>
                </a:lnTo>
                <a:lnTo>
                  <a:pt x="809904" y="952500"/>
                </a:lnTo>
                <a:lnTo>
                  <a:pt x="803719" y="953744"/>
                </a:lnTo>
                <a:lnTo>
                  <a:pt x="798664" y="957148"/>
                </a:lnTo>
                <a:lnTo>
                  <a:pt x="795261" y="962202"/>
                </a:lnTo>
                <a:lnTo>
                  <a:pt x="794004" y="968400"/>
                </a:lnTo>
                <a:lnTo>
                  <a:pt x="795261" y="974585"/>
                </a:lnTo>
                <a:lnTo>
                  <a:pt x="798664" y="979639"/>
                </a:lnTo>
                <a:lnTo>
                  <a:pt x="803719" y="983043"/>
                </a:lnTo>
                <a:lnTo>
                  <a:pt x="809904" y="984288"/>
                </a:lnTo>
                <a:lnTo>
                  <a:pt x="816089" y="983043"/>
                </a:lnTo>
                <a:lnTo>
                  <a:pt x="821143" y="979639"/>
                </a:lnTo>
                <a:lnTo>
                  <a:pt x="824547" y="974585"/>
                </a:lnTo>
                <a:lnTo>
                  <a:pt x="825804" y="968400"/>
                </a:lnTo>
                <a:close/>
              </a:path>
              <a:path w="1143000" h="1143000">
                <a:moveTo>
                  <a:pt x="825804" y="809904"/>
                </a:moveTo>
                <a:lnTo>
                  <a:pt x="824547" y="803706"/>
                </a:lnTo>
                <a:lnTo>
                  <a:pt x="821143" y="798652"/>
                </a:lnTo>
                <a:lnTo>
                  <a:pt x="816089" y="795248"/>
                </a:lnTo>
                <a:lnTo>
                  <a:pt x="809904" y="794004"/>
                </a:lnTo>
                <a:lnTo>
                  <a:pt x="803719" y="795248"/>
                </a:lnTo>
                <a:lnTo>
                  <a:pt x="798664" y="798652"/>
                </a:lnTo>
                <a:lnTo>
                  <a:pt x="795261" y="803706"/>
                </a:lnTo>
                <a:lnTo>
                  <a:pt x="794004" y="809904"/>
                </a:lnTo>
                <a:lnTo>
                  <a:pt x="795261" y="816089"/>
                </a:lnTo>
                <a:lnTo>
                  <a:pt x="798664" y="821143"/>
                </a:lnTo>
                <a:lnTo>
                  <a:pt x="803719" y="824547"/>
                </a:lnTo>
                <a:lnTo>
                  <a:pt x="809904" y="825792"/>
                </a:lnTo>
                <a:lnTo>
                  <a:pt x="816089" y="824547"/>
                </a:lnTo>
                <a:lnTo>
                  <a:pt x="821143" y="821143"/>
                </a:lnTo>
                <a:lnTo>
                  <a:pt x="824547" y="816089"/>
                </a:lnTo>
                <a:lnTo>
                  <a:pt x="825804" y="809904"/>
                </a:lnTo>
                <a:close/>
              </a:path>
              <a:path w="1143000" h="1143000">
                <a:moveTo>
                  <a:pt x="825804" y="651408"/>
                </a:moveTo>
                <a:lnTo>
                  <a:pt x="824547" y="645210"/>
                </a:lnTo>
                <a:lnTo>
                  <a:pt x="821143" y="640156"/>
                </a:lnTo>
                <a:lnTo>
                  <a:pt x="816089" y="636752"/>
                </a:lnTo>
                <a:lnTo>
                  <a:pt x="809904" y="635508"/>
                </a:lnTo>
                <a:lnTo>
                  <a:pt x="803719" y="636752"/>
                </a:lnTo>
                <a:lnTo>
                  <a:pt x="798664" y="640156"/>
                </a:lnTo>
                <a:lnTo>
                  <a:pt x="795261" y="645210"/>
                </a:lnTo>
                <a:lnTo>
                  <a:pt x="794004" y="651408"/>
                </a:lnTo>
                <a:lnTo>
                  <a:pt x="795261" y="657593"/>
                </a:lnTo>
                <a:lnTo>
                  <a:pt x="798664" y="662647"/>
                </a:lnTo>
                <a:lnTo>
                  <a:pt x="803719" y="666051"/>
                </a:lnTo>
                <a:lnTo>
                  <a:pt x="809904" y="667296"/>
                </a:lnTo>
                <a:lnTo>
                  <a:pt x="816089" y="666051"/>
                </a:lnTo>
                <a:lnTo>
                  <a:pt x="821143" y="662647"/>
                </a:lnTo>
                <a:lnTo>
                  <a:pt x="824547" y="657593"/>
                </a:lnTo>
                <a:lnTo>
                  <a:pt x="825804" y="651408"/>
                </a:lnTo>
                <a:close/>
              </a:path>
              <a:path w="1143000" h="1143000">
                <a:moveTo>
                  <a:pt x="825804" y="492912"/>
                </a:moveTo>
                <a:lnTo>
                  <a:pt x="824547" y="486714"/>
                </a:lnTo>
                <a:lnTo>
                  <a:pt x="821143" y="481660"/>
                </a:lnTo>
                <a:lnTo>
                  <a:pt x="816089" y="478256"/>
                </a:lnTo>
                <a:lnTo>
                  <a:pt x="809904" y="477012"/>
                </a:lnTo>
                <a:lnTo>
                  <a:pt x="803719" y="478256"/>
                </a:lnTo>
                <a:lnTo>
                  <a:pt x="798664" y="481660"/>
                </a:lnTo>
                <a:lnTo>
                  <a:pt x="795261" y="486714"/>
                </a:lnTo>
                <a:lnTo>
                  <a:pt x="794004" y="492912"/>
                </a:lnTo>
                <a:lnTo>
                  <a:pt x="795261" y="499097"/>
                </a:lnTo>
                <a:lnTo>
                  <a:pt x="798664" y="504151"/>
                </a:lnTo>
                <a:lnTo>
                  <a:pt x="803719" y="507555"/>
                </a:lnTo>
                <a:lnTo>
                  <a:pt x="809904" y="508800"/>
                </a:lnTo>
                <a:lnTo>
                  <a:pt x="816089" y="507555"/>
                </a:lnTo>
                <a:lnTo>
                  <a:pt x="821143" y="504151"/>
                </a:lnTo>
                <a:lnTo>
                  <a:pt x="824547" y="499097"/>
                </a:lnTo>
                <a:lnTo>
                  <a:pt x="825804" y="492912"/>
                </a:lnTo>
                <a:close/>
              </a:path>
              <a:path w="1143000" h="1143000">
                <a:moveTo>
                  <a:pt x="825804" y="332892"/>
                </a:moveTo>
                <a:lnTo>
                  <a:pt x="824547" y="326694"/>
                </a:lnTo>
                <a:lnTo>
                  <a:pt x="821143" y="321640"/>
                </a:lnTo>
                <a:lnTo>
                  <a:pt x="816089" y="318236"/>
                </a:lnTo>
                <a:lnTo>
                  <a:pt x="809904" y="316992"/>
                </a:lnTo>
                <a:lnTo>
                  <a:pt x="803719" y="318236"/>
                </a:lnTo>
                <a:lnTo>
                  <a:pt x="798664" y="321640"/>
                </a:lnTo>
                <a:lnTo>
                  <a:pt x="795261" y="326694"/>
                </a:lnTo>
                <a:lnTo>
                  <a:pt x="794004" y="332892"/>
                </a:lnTo>
                <a:lnTo>
                  <a:pt x="795261" y="339077"/>
                </a:lnTo>
                <a:lnTo>
                  <a:pt x="798664" y="344131"/>
                </a:lnTo>
                <a:lnTo>
                  <a:pt x="803719" y="347535"/>
                </a:lnTo>
                <a:lnTo>
                  <a:pt x="809904" y="348780"/>
                </a:lnTo>
                <a:lnTo>
                  <a:pt x="816089" y="347535"/>
                </a:lnTo>
                <a:lnTo>
                  <a:pt x="821143" y="344131"/>
                </a:lnTo>
                <a:lnTo>
                  <a:pt x="824547" y="339077"/>
                </a:lnTo>
                <a:lnTo>
                  <a:pt x="825804" y="332892"/>
                </a:lnTo>
                <a:close/>
              </a:path>
              <a:path w="1143000" h="1143000">
                <a:moveTo>
                  <a:pt x="825804" y="174409"/>
                </a:moveTo>
                <a:lnTo>
                  <a:pt x="824547" y="168211"/>
                </a:lnTo>
                <a:lnTo>
                  <a:pt x="821143" y="163169"/>
                </a:lnTo>
                <a:lnTo>
                  <a:pt x="816089" y="159753"/>
                </a:lnTo>
                <a:lnTo>
                  <a:pt x="809904" y="158508"/>
                </a:lnTo>
                <a:lnTo>
                  <a:pt x="803719" y="159753"/>
                </a:lnTo>
                <a:lnTo>
                  <a:pt x="798664" y="163169"/>
                </a:lnTo>
                <a:lnTo>
                  <a:pt x="795261" y="168211"/>
                </a:lnTo>
                <a:lnTo>
                  <a:pt x="794004" y="174409"/>
                </a:lnTo>
                <a:lnTo>
                  <a:pt x="795261" y="180594"/>
                </a:lnTo>
                <a:lnTo>
                  <a:pt x="798664" y="185648"/>
                </a:lnTo>
                <a:lnTo>
                  <a:pt x="803719" y="189052"/>
                </a:lnTo>
                <a:lnTo>
                  <a:pt x="809904" y="190296"/>
                </a:lnTo>
                <a:lnTo>
                  <a:pt x="816089" y="189052"/>
                </a:lnTo>
                <a:lnTo>
                  <a:pt x="821143" y="185648"/>
                </a:lnTo>
                <a:lnTo>
                  <a:pt x="824547" y="180594"/>
                </a:lnTo>
                <a:lnTo>
                  <a:pt x="825804" y="174409"/>
                </a:lnTo>
                <a:close/>
              </a:path>
              <a:path w="1143000" h="1143000">
                <a:moveTo>
                  <a:pt x="825804" y="15900"/>
                </a:moveTo>
                <a:lnTo>
                  <a:pt x="824547" y="9702"/>
                </a:lnTo>
                <a:lnTo>
                  <a:pt x="821143" y="4660"/>
                </a:lnTo>
                <a:lnTo>
                  <a:pt x="816089" y="1244"/>
                </a:lnTo>
                <a:lnTo>
                  <a:pt x="809904" y="0"/>
                </a:lnTo>
                <a:lnTo>
                  <a:pt x="803719" y="1244"/>
                </a:lnTo>
                <a:lnTo>
                  <a:pt x="798664" y="4660"/>
                </a:lnTo>
                <a:lnTo>
                  <a:pt x="795261" y="9702"/>
                </a:lnTo>
                <a:lnTo>
                  <a:pt x="794004" y="15900"/>
                </a:lnTo>
                <a:lnTo>
                  <a:pt x="795261" y="22085"/>
                </a:lnTo>
                <a:lnTo>
                  <a:pt x="798664" y="27139"/>
                </a:lnTo>
                <a:lnTo>
                  <a:pt x="803719" y="30543"/>
                </a:lnTo>
                <a:lnTo>
                  <a:pt x="809904" y="31788"/>
                </a:lnTo>
                <a:lnTo>
                  <a:pt x="816089" y="30543"/>
                </a:lnTo>
                <a:lnTo>
                  <a:pt x="821143" y="27139"/>
                </a:lnTo>
                <a:lnTo>
                  <a:pt x="824547" y="22085"/>
                </a:lnTo>
                <a:lnTo>
                  <a:pt x="825804" y="15900"/>
                </a:lnTo>
                <a:close/>
              </a:path>
              <a:path w="1143000" h="1143000">
                <a:moveTo>
                  <a:pt x="984300" y="1126896"/>
                </a:moveTo>
                <a:lnTo>
                  <a:pt x="983043" y="1120698"/>
                </a:lnTo>
                <a:lnTo>
                  <a:pt x="979639" y="1115644"/>
                </a:lnTo>
                <a:lnTo>
                  <a:pt x="974585" y="1112240"/>
                </a:lnTo>
                <a:lnTo>
                  <a:pt x="968400" y="1110996"/>
                </a:lnTo>
                <a:lnTo>
                  <a:pt x="962215" y="1112240"/>
                </a:lnTo>
                <a:lnTo>
                  <a:pt x="957160" y="1115644"/>
                </a:lnTo>
                <a:lnTo>
                  <a:pt x="953757" y="1120698"/>
                </a:lnTo>
                <a:lnTo>
                  <a:pt x="952500" y="1126896"/>
                </a:lnTo>
                <a:lnTo>
                  <a:pt x="953757" y="1133081"/>
                </a:lnTo>
                <a:lnTo>
                  <a:pt x="957160" y="1138135"/>
                </a:lnTo>
                <a:lnTo>
                  <a:pt x="962215" y="1141539"/>
                </a:lnTo>
                <a:lnTo>
                  <a:pt x="968400" y="1142784"/>
                </a:lnTo>
                <a:lnTo>
                  <a:pt x="974585" y="1141539"/>
                </a:lnTo>
                <a:lnTo>
                  <a:pt x="979639" y="1138135"/>
                </a:lnTo>
                <a:lnTo>
                  <a:pt x="983043" y="1133081"/>
                </a:lnTo>
                <a:lnTo>
                  <a:pt x="984300" y="1126896"/>
                </a:lnTo>
                <a:close/>
              </a:path>
              <a:path w="1143000" h="1143000">
                <a:moveTo>
                  <a:pt x="984300" y="968400"/>
                </a:moveTo>
                <a:lnTo>
                  <a:pt x="983043" y="962202"/>
                </a:lnTo>
                <a:lnTo>
                  <a:pt x="979639" y="957148"/>
                </a:lnTo>
                <a:lnTo>
                  <a:pt x="974585" y="953744"/>
                </a:lnTo>
                <a:lnTo>
                  <a:pt x="968400" y="952500"/>
                </a:lnTo>
                <a:lnTo>
                  <a:pt x="962215" y="953744"/>
                </a:lnTo>
                <a:lnTo>
                  <a:pt x="957160" y="957148"/>
                </a:lnTo>
                <a:lnTo>
                  <a:pt x="953757" y="962202"/>
                </a:lnTo>
                <a:lnTo>
                  <a:pt x="952500" y="968400"/>
                </a:lnTo>
                <a:lnTo>
                  <a:pt x="953757" y="974585"/>
                </a:lnTo>
                <a:lnTo>
                  <a:pt x="957160" y="979639"/>
                </a:lnTo>
                <a:lnTo>
                  <a:pt x="962215" y="983043"/>
                </a:lnTo>
                <a:lnTo>
                  <a:pt x="968400" y="984288"/>
                </a:lnTo>
                <a:lnTo>
                  <a:pt x="974585" y="983043"/>
                </a:lnTo>
                <a:lnTo>
                  <a:pt x="979639" y="979639"/>
                </a:lnTo>
                <a:lnTo>
                  <a:pt x="983043" y="974585"/>
                </a:lnTo>
                <a:lnTo>
                  <a:pt x="984300" y="968400"/>
                </a:lnTo>
                <a:close/>
              </a:path>
              <a:path w="1143000" h="1143000">
                <a:moveTo>
                  <a:pt x="984300" y="809904"/>
                </a:moveTo>
                <a:lnTo>
                  <a:pt x="983043" y="803706"/>
                </a:lnTo>
                <a:lnTo>
                  <a:pt x="979639" y="798652"/>
                </a:lnTo>
                <a:lnTo>
                  <a:pt x="974585" y="795248"/>
                </a:lnTo>
                <a:lnTo>
                  <a:pt x="968400" y="794004"/>
                </a:lnTo>
                <a:lnTo>
                  <a:pt x="962215" y="795248"/>
                </a:lnTo>
                <a:lnTo>
                  <a:pt x="957160" y="798652"/>
                </a:lnTo>
                <a:lnTo>
                  <a:pt x="953757" y="803706"/>
                </a:lnTo>
                <a:lnTo>
                  <a:pt x="952500" y="809904"/>
                </a:lnTo>
                <a:lnTo>
                  <a:pt x="953757" y="816089"/>
                </a:lnTo>
                <a:lnTo>
                  <a:pt x="957160" y="821143"/>
                </a:lnTo>
                <a:lnTo>
                  <a:pt x="962215" y="824547"/>
                </a:lnTo>
                <a:lnTo>
                  <a:pt x="968400" y="825792"/>
                </a:lnTo>
                <a:lnTo>
                  <a:pt x="974585" y="824547"/>
                </a:lnTo>
                <a:lnTo>
                  <a:pt x="979639" y="821143"/>
                </a:lnTo>
                <a:lnTo>
                  <a:pt x="983043" y="816089"/>
                </a:lnTo>
                <a:lnTo>
                  <a:pt x="984300" y="809904"/>
                </a:lnTo>
                <a:close/>
              </a:path>
              <a:path w="1143000" h="1143000">
                <a:moveTo>
                  <a:pt x="984300" y="651408"/>
                </a:moveTo>
                <a:lnTo>
                  <a:pt x="983043" y="645210"/>
                </a:lnTo>
                <a:lnTo>
                  <a:pt x="979639" y="640156"/>
                </a:lnTo>
                <a:lnTo>
                  <a:pt x="974585" y="636752"/>
                </a:lnTo>
                <a:lnTo>
                  <a:pt x="968400" y="635508"/>
                </a:lnTo>
                <a:lnTo>
                  <a:pt x="962215" y="636752"/>
                </a:lnTo>
                <a:lnTo>
                  <a:pt x="957160" y="640156"/>
                </a:lnTo>
                <a:lnTo>
                  <a:pt x="953757" y="645210"/>
                </a:lnTo>
                <a:lnTo>
                  <a:pt x="952500" y="651408"/>
                </a:lnTo>
                <a:lnTo>
                  <a:pt x="953757" y="657593"/>
                </a:lnTo>
                <a:lnTo>
                  <a:pt x="957160" y="662647"/>
                </a:lnTo>
                <a:lnTo>
                  <a:pt x="962215" y="666051"/>
                </a:lnTo>
                <a:lnTo>
                  <a:pt x="968400" y="667296"/>
                </a:lnTo>
                <a:lnTo>
                  <a:pt x="974585" y="666051"/>
                </a:lnTo>
                <a:lnTo>
                  <a:pt x="979639" y="662647"/>
                </a:lnTo>
                <a:lnTo>
                  <a:pt x="983043" y="657593"/>
                </a:lnTo>
                <a:lnTo>
                  <a:pt x="984300" y="651408"/>
                </a:lnTo>
                <a:close/>
              </a:path>
              <a:path w="1143000" h="1143000">
                <a:moveTo>
                  <a:pt x="984300" y="492912"/>
                </a:moveTo>
                <a:lnTo>
                  <a:pt x="983043" y="486714"/>
                </a:lnTo>
                <a:lnTo>
                  <a:pt x="979639" y="481660"/>
                </a:lnTo>
                <a:lnTo>
                  <a:pt x="974585" y="478256"/>
                </a:lnTo>
                <a:lnTo>
                  <a:pt x="968400" y="477012"/>
                </a:lnTo>
                <a:lnTo>
                  <a:pt x="962215" y="478256"/>
                </a:lnTo>
                <a:lnTo>
                  <a:pt x="957160" y="481660"/>
                </a:lnTo>
                <a:lnTo>
                  <a:pt x="953757" y="486714"/>
                </a:lnTo>
                <a:lnTo>
                  <a:pt x="952500" y="492912"/>
                </a:lnTo>
                <a:lnTo>
                  <a:pt x="953757" y="499097"/>
                </a:lnTo>
                <a:lnTo>
                  <a:pt x="957160" y="504151"/>
                </a:lnTo>
                <a:lnTo>
                  <a:pt x="962215" y="507555"/>
                </a:lnTo>
                <a:lnTo>
                  <a:pt x="968400" y="508800"/>
                </a:lnTo>
                <a:lnTo>
                  <a:pt x="974585" y="507555"/>
                </a:lnTo>
                <a:lnTo>
                  <a:pt x="979639" y="504151"/>
                </a:lnTo>
                <a:lnTo>
                  <a:pt x="983043" y="499097"/>
                </a:lnTo>
                <a:lnTo>
                  <a:pt x="984300" y="492912"/>
                </a:lnTo>
                <a:close/>
              </a:path>
              <a:path w="1143000" h="1143000">
                <a:moveTo>
                  <a:pt x="984300" y="332892"/>
                </a:moveTo>
                <a:lnTo>
                  <a:pt x="983043" y="326694"/>
                </a:lnTo>
                <a:lnTo>
                  <a:pt x="979639" y="321640"/>
                </a:lnTo>
                <a:lnTo>
                  <a:pt x="974585" y="318236"/>
                </a:lnTo>
                <a:lnTo>
                  <a:pt x="968400" y="316992"/>
                </a:lnTo>
                <a:lnTo>
                  <a:pt x="962215" y="318236"/>
                </a:lnTo>
                <a:lnTo>
                  <a:pt x="957160" y="321640"/>
                </a:lnTo>
                <a:lnTo>
                  <a:pt x="953757" y="326694"/>
                </a:lnTo>
                <a:lnTo>
                  <a:pt x="952500" y="332892"/>
                </a:lnTo>
                <a:lnTo>
                  <a:pt x="953757" y="339077"/>
                </a:lnTo>
                <a:lnTo>
                  <a:pt x="957160" y="344131"/>
                </a:lnTo>
                <a:lnTo>
                  <a:pt x="962215" y="347535"/>
                </a:lnTo>
                <a:lnTo>
                  <a:pt x="968400" y="348780"/>
                </a:lnTo>
                <a:lnTo>
                  <a:pt x="974585" y="347535"/>
                </a:lnTo>
                <a:lnTo>
                  <a:pt x="979639" y="344131"/>
                </a:lnTo>
                <a:lnTo>
                  <a:pt x="983043" y="339077"/>
                </a:lnTo>
                <a:lnTo>
                  <a:pt x="984300" y="332892"/>
                </a:lnTo>
                <a:close/>
              </a:path>
              <a:path w="1143000" h="1143000">
                <a:moveTo>
                  <a:pt x="984300" y="174409"/>
                </a:moveTo>
                <a:lnTo>
                  <a:pt x="983043" y="168211"/>
                </a:lnTo>
                <a:lnTo>
                  <a:pt x="979639" y="163169"/>
                </a:lnTo>
                <a:lnTo>
                  <a:pt x="974585" y="159753"/>
                </a:lnTo>
                <a:lnTo>
                  <a:pt x="968400" y="158508"/>
                </a:lnTo>
                <a:lnTo>
                  <a:pt x="962215" y="159753"/>
                </a:lnTo>
                <a:lnTo>
                  <a:pt x="957160" y="163169"/>
                </a:lnTo>
                <a:lnTo>
                  <a:pt x="953757" y="168211"/>
                </a:lnTo>
                <a:lnTo>
                  <a:pt x="952500" y="174409"/>
                </a:lnTo>
                <a:lnTo>
                  <a:pt x="953757" y="180594"/>
                </a:lnTo>
                <a:lnTo>
                  <a:pt x="957160" y="185648"/>
                </a:lnTo>
                <a:lnTo>
                  <a:pt x="962215" y="189052"/>
                </a:lnTo>
                <a:lnTo>
                  <a:pt x="968400" y="190296"/>
                </a:lnTo>
                <a:lnTo>
                  <a:pt x="974585" y="189052"/>
                </a:lnTo>
                <a:lnTo>
                  <a:pt x="979639" y="185648"/>
                </a:lnTo>
                <a:lnTo>
                  <a:pt x="983043" y="180594"/>
                </a:lnTo>
                <a:lnTo>
                  <a:pt x="984300" y="174409"/>
                </a:lnTo>
                <a:close/>
              </a:path>
              <a:path w="1143000" h="1143000">
                <a:moveTo>
                  <a:pt x="984300" y="15900"/>
                </a:moveTo>
                <a:lnTo>
                  <a:pt x="983043" y="9702"/>
                </a:lnTo>
                <a:lnTo>
                  <a:pt x="979639" y="4660"/>
                </a:lnTo>
                <a:lnTo>
                  <a:pt x="974585" y="1244"/>
                </a:lnTo>
                <a:lnTo>
                  <a:pt x="968400" y="0"/>
                </a:lnTo>
                <a:lnTo>
                  <a:pt x="962215" y="1244"/>
                </a:lnTo>
                <a:lnTo>
                  <a:pt x="957160" y="4660"/>
                </a:lnTo>
                <a:lnTo>
                  <a:pt x="953757" y="9702"/>
                </a:lnTo>
                <a:lnTo>
                  <a:pt x="952500" y="15900"/>
                </a:lnTo>
                <a:lnTo>
                  <a:pt x="953757" y="22085"/>
                </a:lnTo>
                <a:lnTo>
                  <a:pt x="957160" y="27139"/>
                </a:lnTo>
                <a:lnTo>
                  <a:pt x="962215" y="30543"/>
                </a:lnTo>
                <a:lnTo>
                  <a:pt x="968400" y="31788"/>
                </a:lnTo>
                <a:lnTo>
                  <a:pt x="974585" y="30543"/>
                </a:lnTo>
                <a:lnTo>
                  <a:pt x="979639" y="27139"/>
                </a:lnTo>
                <a:lnTo>
                  <a:pt x="983043" y="22085"/>
                </a:lnTo>
                <a:lnTo>
                  <a:pt x="984300" y="15900"/>
                </a:lnTo>
                <a:close/>
              </a:path>
              <a:path w="1143000" h="1143000">
                <a:moveTo>
                  <a:pt x="1142796" y="1126896"/>
                </a:moveTo>
                <a:lnTo>
                  <a:pt x="1141539" y="1120698"/>
                </a:lnTo>
                <a:lnTo>
                  <a:pt x="1138135" y="1115644"/>
                </a:lnTo>
                <a:lnTo>
                  <a:pt x="1133081" y="1112240"/>
                </a:lnTo>
                <a:lnTo>
                  <a:pt x="1126896" y="1110996"/>
                </a:lnTo>
                <a:lnTo>
                  <a:pt x="1120711" y="1112240"/>
                </a:lnTo>
                <a:lnTo>
                  <a:pt x="1115656" y="1115644"/>
                </a:lnTo>
                <a:lnTo>
                  <a:pt x="1112253" y="1120698"/>
                </a:lnTo>
                <a:lnTo>
                  <a:pt x="1110996" y="1126896"/>
                </a:lnTo>
                <a:lnTo>
                  <a:pt x="1112253" y="1133081"/>
                </a:lnTo>
                <a:lnTo>
                  <a:pt x="1115656" y="1138135"/>
                </a:lnTo>
                <a:lnTo>
                  <a:pt x="1120711" y="1141539"/>
                </a:lnTo>
                <a:lnTo>
                  <a:pt x="1126896" y="1142784"/>
                </a:lnTo>
                <a:lnTo>
                  <a:pt x="1133081" y="1141539"/>
                </a:lnTo>
                <a:lnTo>
                  <a:pt x="1138135" y="1138135"/>
                </a:lnTo>
                <a:lnTo>
                  <a:pt x="1141539" y="1133081"/>
                </a:lnTo>
                <a:lnTo>
                  <a:pt x="1142796" y="1126896"/>
                </a:lnTo>
                <a:close/>
              </a:path>
              <a:path w="1143000" h="1143000">
                <a:moveTo>
                  <a:pt x="1142796" y="968400"/>
                </a:moveTo>
                <a:lnTo>
                  <a:pt x="1141539" y="962202"/>
                </a:lnTo>
                <a:lnTo>
                  <a:pt x="1138135" y="957148"/>
                </a:lnTo>
                <a:lnTo>
                  <a:pt x="1133081" y="953744"/>
                </a:lnTo>
                <a:lnTo>
                  <a:pt x="1126896" y="952500"/>
                </a:lnTo>
                <a:lnTo>
                  <a:pt x="1120711" y="953744"/>
                </a:lnTo>
                <a:lnTo>
                  <a:pt x="1115656" y="957148"/>
                </a:lnTo>
                <a:lnTo>
                  <a:pt x="1112253" y="962202"/>
                </a:lnTo>
                <a:lnTo>
                  <a:pt x="1110996" y="968400"/>
                </a:lnTo>
                <a:lnTo>
                  <a:pt x="1112253" y="974585"/>
                </a:lnTo>
                <a:lnTo>
                  <a:pt x="1115656" y="979639"/>
                </a:lnTo>
                <a:lnTo>
                  <a:pt x="1120711" y="983043"/>
                </a:lnTo>
                <a:lnTo>
                  <a:pt x="1126896" y="984288"/>
                </a:lnTo>
                <a:lnTo>
                  <a:pt x="1133081" y="983043"/>
                </a:lnTo>
                <a:lnTo>
                  <a:pt x="1138135" y="979639"/>
                </a:lnTo>
                <a:lnTo>
                  <a:pt x="1141539" y="974585"/>
                </a:lnTo>
                <a:lnTo>
                  <a:pt x="1142796" y="968400"/>
                </a:lnTo>
                <a:close/>
              </a:path>
              <a:path w="1143000" h="1143000">
                <a:moveTo>
                  <a:pt x="1142796" y="809904"/>
                </a:moveTo>
                <a:lnTo>
                  <a:pt x="1141539" y="803706"/>
                </a:lnTo>
                <a:lnTo>
                  <a:pt x="1138135" y="798652"/>
                </a:lnTo>
                <a:lnTo>
                  <a:pt x="1133081" y="795248"/>
                </a:lnTo>
                <a:lnTo>
                  <a:pt x="1126896" y="794004"/>
                </a:lnTo>
                <a:lnTo>
                  <a:pt x="1120711" y="795248"/>
                </a:lnTo>
                <a:lnTo>
                  <a:pt x="1115656" y="798652"/>
                </a:lnTo>
                <a:lnTo>
                  <a:pt x="1112253" y="803706"/>
                </a:lnTo>
                <a:lnTo>
                  <a:pt x="1110996" y="809904"/>
                </a:lnTo>
                <a:lnTo>
                  <a:pt x="1112253" y="816089"/>
                </a:lnTo>
                <a:lnTo>
                  <a:pt x="1115656" y="821143"/>
                </a:lnTo>
                <a:lnTo>
                  <a:pt x="1120711" y="824547"/>
                </a:lnTo>
                <a:lnTo>
                  <a:pt x="1126896" y="825792"/>
                </a:lnTo>
                <a:lnTo>
                  <a:pt x="1133081" y="824547"/>
                </a:lnTo>
                <a:lnTo>
                  <a:pt x="1138135" y="821143"/>
                </a:lnTo>
                <a:lnTo>
                  <a:pt x="1141539" y="816089"/>
                </a:lnTo>
                <a:lnTo>
                  <a:pt x="1142796" y="809904"/>
                </a:lnTo>
                <a:close/>
              </a:path>
              <a:path w="1143000" h="1143000">
                <a:moveTo>
                  <a:pt x="1142796" y="651408"/>
                </a:moveTo>
                <a:lnTo>
                  <a:pt x="1141539" y="645210"/>
                </a:lnTo>
                <a:lnTo>
                  <a:pt x="1138135" y="640156"/>
                </a:lnTo>
                <a:lnTo>
                  <a:pt x="1133081" y="636752"/>
                </a:lnTo>
                <a:lnTo>
                  <a:pt x="1126896" y="635508"/>
                </a:lnTo>
                <a:lnTo>
                  <a:pt x="1120711" y="636752"/>
                </a:lnTo>
                <a:lnTo>
                  <a:pt x="1115656" y="640156"/>
                </a:lnTo>
                <a:lnTo>
                  <a:pt x="1112253" y="645210"/>
                </a:lnTo>
                <a:lnTo>
                  <a:pt x="1110996" y="651408"/>
                </a:lnTo>
                <a:lnTo>
                  <a:pt x="1112253" y="657593"/>
                </a:lnTo>
                <a:lnTo>
                  <a:pt x="1115656" y="662647"/>
                </a:lnTo>
                <a:lnTo>
                  <a:pt x="1120711" y="666051"/>
                </a:lnTo>
                <a:lnTo>
                  <a:pt x="1126896" y="667296"/>
                </a:lnTo>
                <a:lnTo>
                  <a:pt x="1133081" y="666051"/>
                </a:lnTo>
                <a:lnTo>
                  <a:pt x="1138135" y="662647"/>
                </a:lnTo>
                <a:lnTo>
                  <a:pt x="1141539" y="657593"/>
                </a:lnTo>
                <a:lnTo>
                  <a:pt x="1142796" y="651408"/>
                </a:lnTo>
                <a:close/>
              </a:path>
              <a:path w="1143000" h="1143000">
                <a:moveTo>
                  <a:pt x="1142796" y="492912"/>
                </a:moveTo>
                <a:lnTo>
                  <a:pt x="1141539" y="486714"/>
                </a:lnTo>
                <a:lnTo>
                  <a:pt x="1138135" y="481660"/>
                </a:lnTo>
                <a:lnTo>
                  <a:pt x="1133081" y="478256"/>
                </a:lnTo>
                <a:lnTo>
                  <a:pt x="1126896" y="477012"/>
                </a:lnTo>
                <a:lnTo>
                  <a:pt x="1120711" y="478256"/>
                </a:lnTo>
                <a:lnTo>
                  <a:pt x="1115656" y="481660"/>
                </a:lnTo>
                <a:lnTo>
                  <a:pt x="1112253" y="486714"/>
                </a:lnTo>
                <a:lnTo>
                  <a:pt x="1110996" y="492912"/>
                </a:lnTo>
                <a:lnTo>
                  <a:pt x="1112253" y="499097"/>
                </a:lnTo>
                <a:lnTo>
                  <a:pt x="1115656" y="504151"/>
                </a:lnTo>
                <a:lnTo>
                  <a:pt x="1120711" y="507555"/>
                </a:lnTo>
                <a:lnTo>
                  <a:pt x="1126896" y="508800"/>
                </a:lnTo>
                <a:lnTo>
                  <a:pt x="1133081" y="507555"/>
                </a:lnTo>
                <a:lnTo>
                  <a:pt x="1138135" y="504151"/>
                </a:lnTo>
                <a:lnTo>
                  <a:pt x="1141539" y="499097"/>
                </a:lnTo>
                <a:lnTo>
                  <a:pt x="1142796" y="492912"/>
                </a:lnTo>
                <a:close/>
              </a:path>
              <a:path w="1143000" h="1143000">
                <a:moveTo>
                  <a:pt x="1142796" y="332892"/>
                </a:moveTo>
                <a:lnTo>
                  <a:pt x="1141539" y="326694"/>
                </a:lnTo>
                <a:lnTo>
                  <a:pt x="1138135" y="321640"/>
                </a:lnTo>
                <a:lnTo>
                  <a:pt x="1133081" y="318236"/>
                </a:lnTo>
                <a:lnTo>
                  <a:pt x="1126896" y="316992"/>
                </a:lnTo>
                <a:lnTo>
                  <a:pt x="1120711" y="318236"/>
                </a:lnTo>
                <a:lnTo>
                  <a:pt x="1115656" y="321640"/>
                </a:lnTo>
                <a:lnTo>
                  <a:pt x="1112253" y="326694"/>
                </a:lnTo>
                <a:lnTo>
                  <a:pt x="1110996" y="332892"/>
                </a:lnTo>
                <a:lnTo>
                  <a:pt x="1112253" y="339077"/>
                </a:lnTo>
                <a:lnTo>
                  <a:pt x="1115656" y="344131"/>
                </a:lnTo>
                <a:lnTo>
                  <a:pt x="1120711" y="347535"/>
                </a:lnTo>
                <a:lnTo>
                  <a:pt x="1126896" y="348780"/>
                </a:lnTo>
                <a:lnTo>
                  <a:pt x="1133081" y="347535"/>
                </a:lnTo>
                <a:lnTo>
                  <a:pt x="1138135" y="344131"/>
                </a:lnTo>
                <a:lnTo>
                  <a:pt x="1141539" y="339077"/>
                </a:lnTo>
                <a:lnTo>
                  <a:pt x="1142796" y="332892"/>
                </a:lnTo>
                <a:close/>
              </a:path>
              <a:path w="1143000" h="1143000">
                <a:moveTo>
                  <a:pt x="1142796" y="174409"/>
                </a:moveTo>
                <a:lnTo>
                  <a:pt x="1141539" y="168211"/>
                </a:lnTo>
                <a:lnTo>
                  <a:pt x="1138135" y="163169"/>
                </a:lnTo>
                <a:lnTo>
                  <a:pt x="1133081" y="159753"/>
                </a:lnTo>
                <a:lnTo>
                  <a:pt x="1126896" y="158508"/>
                </a:lnTo>
                <a:lnTo>
                  <a:pt x="1120711" y="159753"/>
                </a:lnTo>
                <a:lnTo>
                  <a:pt x="1115656" y="163169"/>
                </a:lnTo>
                <a:lnTo>
                  <a:pt x="1112253" y="168211"/>
                </a:lnTo>
                <a:lnTo>
                  <a:pt x="1110996" y="174409"/>
                </a:lnTo>
                <a:lnTo>
                  <a:pt x="1112253" y="180594"/>
                </a:lnTo>
                <a:lnTo>
                  <a:pt x="1115656" y="185648"/>
                </a:lnTo>
                <a:lnTo>
                  <a:pt x="1120711" y="189052"/>
                </a:lnTo>
                <a:lnTo>
                  <a:pt x="1126896" y="190296"/>
                </a:lnTo>
                <a:lnTo>
                  <a:pt x="1133081" y="189052"/>
                </a:lnTo>
                <a:lnTo>
                  <a:pt x="1138135" y="185648"/>
                </a:lnTo>
                <a:lnTo>
                  <a:pt x="1141539" y="180594"/>
                </a:lnTo>
                <a:lnTo>
                  <a:pt x="1142796" y="174409"/>
                </a:lnTo>
                <a:close/>
              </a:path>
              <a:path w="1143000" h="1143000">
                <a:moveTo>
                  <a:pt x="1142796" y="15900"/>
                </a:moveTo>
                <a:lnTo>
                  <a:pt x="1141539" y="9702"/>
                </a:lnTo>
                <a:lnTo>
                  <a:pt x="1138135" y="4660"/>
                </a:lnTo>
                <a:lnTo>
                  <a:pt x="1133081" y="1244"/>
                </a:lnTo>
                <a:lnTo>
                  <a:pt x="1126896" y="0"/>
                </a:lnTo>
                <a:lnTo>
                  <a:pt x="1120711" y="1244"/>
                </a:lnTo>
                <a:lnTo>
                  <a:pt x="1115656" y="4660"/>
                </a:lnTo>
                <a:lnTo>
                  <a:pt x="1112253" y="9702"/>
                </a:lnTo>
                <a:lnTo>
                  <a:pt x="1110996" y="15900"/>
                </a:lnTo>
                <a:lnTo>
                  <a:pt x="1112253" y="22085"/>
                </a:lnTo>
                <a:lnTo>
                  <a:pt x="1115656" y="27139"/>
                </a:lnTo>
                <a:lnTo>
                  <a:pt x="1120711" y="30543"/>
                </a:lnTo>
                <a:lnTo>
                  <a:pt x="1126896" y="31788"/>
                </a:lnTo>
                <a:lnTo>
                  <a:pt x="1133081" y="30543"/>
                </a:lnTo>
                <a:lnTo>
                  <a:pt x="1138135" y="27139"/>
                </a:lnTo>
                <a:lnTo>
                  <a:pt x="1141539" y="22085"/>
                </a:lnTo>
                <a:lnTo>
                  <a:pt x="1142796" y="159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CE6B14DF-A3A4-4472-AB9E-7B2D75A25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FF180C7F-4C4A-40CF-9A6A-CF56988D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5943E8-68CE-4451-A8FF-5651E24BA111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C4E12F67-9BC0-4B6C-ABA5-44A013F67CDD}"/>
                </a:ext>
              </a:extLst>
            </p:cNvPr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A9AF44D-847B-453C-B7BC-33B0DC8975D0}"/>
                </a:ext>
              </a:extLst>
            </p:cNvPr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651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15B041FE-3D8A-4758-9A24-044B09ED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FEE0CF39-5488-46A6-8A25-364446391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52882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A76F27D-44DD-466F-A867-369B0D8A5FE9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14" name="bg object 82">
              <a:extLst>
                <a:ext uri="{FF2B5EF4-FFF2-40B4-BE49-F238E27FC236}">
                  <a16:creationId xmlns:a16="http://schemas.microsoft.com/office/drawing/2014/main" id="{504116C1-A21B-4D66-BB38-9C32D3371C84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83">
              <a:extLst>
                <a:ext uri="{FF2B5EF4-FFF2-40B4-BE49-F238E27FC236}">
                  <a16:creationId xmlns:a16="http://schemas.microsoft.com/office/drawing/2014/main" id="{2750E6C0-F90E-4914-9E91-6C4DFC730531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bg object 81">
            <a:extLst>
              <a:ext uri="{FF2B5EF4-FFF2-40B4-BE49-F238E27FC236}">
                <a16:creationId xmlns:a16="http://schemas.microsoft.com/office/drawing/2014/main" id="{3194E5FB-36F5-4F05-825E-FF9D34CE3A11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683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1776069"/>
          </a:xfrm>
        </p:spPr>
        <p:txBody>
          <a:bodyPr/>
          <a:lstStyle/>
          <a:p>
            <a:r>
              <a:rPr lang="pt-BR" dirty="0"/>
              <a:t>Aula 01 – Introdução ao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DEE23-32D9-44A2-9003-D0B265CD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Pessoal - Alunos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B75058F-76D3-4F4A-8A2E-8DDD0D0D6AB3}"/>
              </a:ext>
            </a:extLst>
          </p:cNvPr>
          <p:cNvGrpSpPr/>
          <p:nvPr/>
        </p:nvGrpSpPr>
        <p:grpSpPr>
          <a:xfrm>
            <a:off x="1833651" y="2889000"/>
            <a:ext cx="8524699" cy="1932777"/>
            <a:chOff x="1833651" y="2889000"/>
            <a:chExt cx="8524699" cy="193277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873A6A2-CCF2-4913-A876-E9FA67FF6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651" y="2889000"/>
              <a:ext cx="1080000" cy="1080000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383E0DB8-2513-4D8A-BFDA-BC32B156A7EC}"/>
                </a:ext>
              </a:extLst>
            </p:cNvPr>
            <p:cNvSpPr txBox="1"/>
            <p:nvPr/>
          </p:nvSpPr>
          <p:spPr>
            <a:xfrm>
              <a:off x="1896598" y="4121777"/>
              <a:ext cx="954107" cy="70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Nome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Motivação</a:t>
              </a:r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254F80C-E569-49AD-A3B2-8B87AFECA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8762" y="2889000"/>
              <a:ext cx="1114392" cy="1080000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74043DE-E82A-4A71-96EA-337C1F4FC248}"/>
                </a:ext>
              </a:extLst>
            </p:cNvPr>
            <p:cNvSpPr txBox="1"/>
            <p:nvPr/>
          </p:nvSpPr>
          <p:spPr>
            <a:xfrm>
              <a:off x="4773577" y="4121777"/>
              <a:ext cx="1944763" cy="376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Experiência Profissional</a:t>
              </a: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85E39A64-4412-4013-9950-ACC16EF3D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8267" y="2889000"/>
              <a:ext cx="1080000" cy="1080000"/>
            </a:xfrm>
            <a:prstGeom prst="rect">
              <a:avLst/>
            </a:prstGeom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C3A4B27-5480-4F3B-8226-EDCB919AE680}"/>
                </a:ext>
              </a:extLst>
            </p:cNvPr>
            <p:cNvSpPr txBox="1"/>
            <p:nvPr/>
          </p:nvSpPr>
          <p:spPr>
            <a:xfrm>
              <a:off x="7878184" y="4121777"/>
              <a:ext cx="2480166" cy="376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Conhecimento em programação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159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2440-DE8C-49A5-9DDC-322B4E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Fonte e Código Objeto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EC3EF9-29DD-4B68-A3EA-5A3B91A7FCA0}"/>
              </a:ext>
            </a:extLst>
          </p:cNvPr>
          <p:cNvCxnSpPr>
            <a:cxnSpLocks/>
          </p:cNvCxnSpPr>
          <p:nvPr/>
        </p:nvCxnSpPr>
        <p:spPr>
          <a:xfrm>
            <a:off x="6096000" y="1844675"/>
            <a:ext cx="0" cy="4625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80C122A-C710-4310-8DDD-F9768852347F}"/>
              </a:ext>
            </a:extLst>
          </p:cNvPr>
          <p:cNvGrpSpPr/>
          <p:nvPr/>
        </p:nvGrpSpPr>
        <p:grpSpPr>
          <a:xfrm>
            <a:off x="653143" y="3023891"/>
            <a:ext cx="5164179" cy="2267363"/>
            <a:chOff x="552316" y="2706824"/>
            <a:chExt cx="5273716" cy="2267363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B5949B3-FABE-4D4B-AAF4-2EA57FAF2E76}"/>
                </a:ext>
              </a:extLst>
            </p:cNvPr>
            <p:cNvSpPr txBox="1"/>
            <p:nvPr/>
          </p:nvSpPr>
          <p:spPr>
            <a:xfrm>
              <a:off x="552316" y="2706824"/>
              <a:ext cx="52737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Fonte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É o conjunto de instruções escritas por programadores em um programa.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A96C90B-B59C-4BF8-977A-F89D1453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229" y="3894837"/>
              <a:ext cx="4709891" cy="1079350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E95FD3F-BB1D-F186-6CD3-7ED3BFB24A15}"/>
              </a:ext>
            </a:extLst>
          </p:cNvPr>
          <p:cNvGrpSpPr/>
          <p:nvPr/>
        </p:nvGrpSpPr>
        <p:grpSpPr>
          <a:xfrm>
            <a:off x="6457406" y="3023891"/>
            <a:ext cx="5164179" cy="2683647"/>
            <a:chOff x="6457406" y="3023891"/>
            <a:chExt cx="5164179" cy="268364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B500500-82F8-4D71-9E5F-208441901700}"/>
                </a:ext>
              </a:extLst>
            </p:cNvPr>
            <p:cNvSpPr txBox="1"/>
            <p:nvPr/>
          </p:nvSpPr>
          <p:spPr>
            <a:xfrm>
              <a:off x="6457406" y="3023891"/>
              <a:ext cx="51641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Objeto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 É uma versão intermediária do código fonte, que é entendida pelo computador, mas precisa ser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linkada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 formar o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executável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FFFBC70E-F93F-40A1-BA63-05919977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151" y="4211904"/>
              <a:ext cx="2600688" cy="1495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4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A </a:t>
            </a:r>
            <a:r>
              <a:rPr lang="pt-BR" b="1" dirty="0"/>
              <a:t>compilação</a:t>
            </a:r>
            <a:r>
              <a:rPr lang="pt-BR" dirty="0"/>
              <a:t> converte o código-fonte em código objeto, que é depois </a:t>
            </a:r>
            <a:r>
              <a:rPr lang="pt-BR" dirty="0" err="1"/>
              <a:t>linkado</a:t>
            </a:r>
            <a:r>
              <a:rPr lang="pt-BR" dirty="0"/>
              <a:t> para criar o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FAB7A6-CE56-48D8-8331-0106DA839889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Objeto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6535D07-389B-4D99-B4CE-165A1F71733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2508069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A826F4-D8A8-4DA7-9DCB-A818FE451B91}"/>
              </a:ext>
            </a:extLst>
          </p:cNvPr>
          <p:cNvSpPr txBox="1"/>
          <p:nvPr/>
        </p:nvSpPr>
        <p:spPr>
          <a:xfrm>
            <a:off x="7053860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 (Build)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4532EC2-7AE2-4B1A-A91C-4896E2BD78E8}"/>
              </a:ext>
            </a:extLst>
          </p:cNvPr>
          <p:cNvSpPr txBox="1">
            <a:spLocks/>
          </p:cNvSpPr>
          <p:nvPr/>
        </p:nvSpPr>
        <p:spPr>
          <a:xfrm>
            <a:off x="592347" y="5297624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compiladas: C, C++.</a:t>
            </a:r>
          </a:p>
        </p:txBody>
      </p:sp>
    </p:spTree>
    <p:extLst>
      <p:ext uri="{BB962C8B-B14F-4D97-AF65-F5344CB8AC3E}">
        <p14:creationId xmlns:p14="http://schemas.microsoft.com/office/powerpoint/2010/main" val="28827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/>
      <p:bldP spid="14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Já </a:t>
            </a:r>
            <a:r>
              <a:rPr lang="pt-BR" b="1" dirty="0"/>
              <a:t>interpretação</a:t>
            </a:r>
            <a:r>
              <a:rPr lang="pt-BR" dirty="0"/>
              <a:t> executa o código linha por linha, traduzindo e executando cada comando de forma imediata, sem gerar um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2941177" y="3701143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7491940" y="3701142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700061" y="4241845"/>
            <a:ext cx="2791879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4700061" y="3669649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4DF0B2E-8D57-4F70-8E7A-D49D8362E8ED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Interpretadas: </a:t>
            </a:r>
            <a:r>
              <a:rPr lang="pt-BR" dirty="0" err="1"/>
              <a:t>JavaScript</a:t>
            </a:r>
            <a:r>
              <a:rPr lang="pt-BR" dirty="0"/>
              <a:t>, Python, PHP.</a:t>
            </a:r>
          </a:p>
        </p:txBody>
      </p:sp>
    </p:spTree>
    <p:extLst>
      <p:ext uri="{BB962C8B-B14F-4D97-AF65-F5344CB8AC3E}">
        <p14:creationId xmlns:p14="http://schemas.microsoft.com/office/powerpoint/2010/main" val="8526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94843-2780-5841-84B4-8D0F8237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Interpretada x Compilada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B76FD-25A9-5BDD-5326-442E20244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150456"/>
          </a:xfrm>
        </p:spPr>
        <p:txBody>
          <a:bodyPr/>
          <a:lstStyle/>
          <a:p>
            <a:r>
              <a:rPr lang="pt-BR" dirty="0"/>
              <a:t>Abaixo está uma comparação entre linguagens interpretadas e compiladas, destacando suas principais vantagens e desvantagens.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A600BC-6B6C-1C7B-7AF2-12A46D64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66" y="3536813"/>
            <a:ext cx="10850468" cy="22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4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2BF9-EC6F-4272-AF9F-3E7625EB8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4716" y="1896926"/>
            <a:ext cx="1793802" cy="44857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pt-BR" sz="1600" dirty="0"/>
              <a:t>Compilação - C</a:t>
            </a:r>
          </a:p>
        </p:txBody>
      </p:sp>
      <p:pic>
        <p:nvPicPr>
          <p:cNvPr id="4" name="Espaço Reservado para Conteúdo 2">
            <a:extLst>
              <a:ext uri="{FF2B5EF4-FFF2-40B4-BE49-F238E27FC236}">
                <a16:creationId xmlns:a16="http://schemas.microsoft.com/office/drawing/2014/main" id="{0891B03A-8AD1-4B38-A239-6EC2F079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10" y="2617250"/>
            <a:ext cx="2743469" cy="23118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FABA186-3F94-48C0-9BBC-816D48EFB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60" y="2617250"/>
            <a:ext cx="2649814" cy="144000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0BF7A9F-5581-47BB-8C9D-2AD778D0105F}"/>
              </a:ext>
            </a:extLst>
          </p:cNvPr>
          <p:cNvSpPr txBox="1">
            <a:spLocks/>
          </p:cNvSpPr>
          <p:nvPr/>
        </p:nvSpPr>
        <p:spPr>
          <a:xfrm>
            <a:off x="7306265" y="1896926"/>
            <a:ext cx="2755205" cy="4485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BR" sz="1600" dirty="0"/>
              <a:t>Interpretação - Python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C49ABD-DF65-4A33-98F8-48E05470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93" y="5200802"/>
            <a:ext cx="3562847" cy="28579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2D9806-A30B-4E6C-BB67-9A672ECE6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127" y="4512502"/>
            <a:ext cx="2905480" cy="16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2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Java se encaixa em qual tipo de abordagem.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47CF3A-212B-45EC-BBCD-4B5683007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81401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Java</a:t>
            </a:r>
            <a:r>
              <a:rPr lang="pt-BR" dirty="0"/>
              <a:t> é considerado uma linguagem híbrida, pois combina os conceitos de compilação e interpretação para gerar e executar o código.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62D6AD-4CE2-4B8E-AE0D-CF162B80ACA2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EFA3210-0F3D-4106-B9C7-9621689B4CBE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9BA6B0-1019-4906-9D40-51AFC8DBA400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A8EBD8-8A43-4A62-A1D1-BC5996D2CD5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23DEA85-3980-4BF4-9D36-951C4859F72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422D8E-87E9-4CC4-94FE-E7124B3A5E2F}"/>
              </a:ext>
            </a:extLst>
          </p:cNvPr>
          <p:cNvSpPr txBox="1"/>
          <p:nvPr/>
        </p:nvSpPr>
        <p:spPr>
          <a:xfrm>
            <a:off x="2508068" y="3374013"/>
            <a:ext cx="278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DA180F-CE0B-4461-9F34-63740C3E3F4F}"/>
              </a:ext>
            </a:extLst>
          </p:cNvPr>
          <p:cNvSpPr txBox="1"/>
          <p:nvPr/>
        </p:nvSpPr>
        <p:spPr>
          <a:xfrm>
            <a:off x="6975442" y="3374013"/>
            <a:ext cx="294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(JVM)</a:t>
            </a: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 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AD1B955A-6FE8-4AD9-87D4-D127E0483556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de abordagem híbrida: Java (JVM) e C# (Microsoft .NET Framework).</a:t>
            </a:r>
          </a:p>
        </p:txBody>
      </p:sp>
    </p:spTree>
    <p:extLst>
      <p:ext uri="{BB962C8B-B14F-4D97-AF65-F5344CB8AC3E}">
        <p14:creationId xmlns:p14="http://schemas.microsoft.com/office/powerpoint/2010/main" val="237131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6" grpId="0" animBg="1"/>
      <p:bldP spid="7" grpId="0" animBg="1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53FF3-C6E3-4811-8B62-94675B1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 Linguagem Java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25E58-5645-45B4-B804-B754A74E6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pt-BR" dirty="0"/>
              <a:t>Java é uma linguagem de programação </a:t>
            </a:r>
            <a:r>
              <a:rPr lang="pt-BR" b="1" dirty="0"/>
              <a:t>orientada a objetos</a:t>
            </a:r>
            <a:r>
              <a:rPr lang="pt-BR" dirty="0"/>
              <a:t> e uma plataforma de desenvolvimento amplamente utilizada, projetada para ser </a:t>
            </a:r>
            <a:r>
              <a:rPr lang="pt-BR" b="1" dirty="0"/>
              <a:t>portável, robusta e segura</a:t>
            </a:r>
            <a:r>
              <a:rPr lang="pt-BR" dirty="0"/>
              <a:t>. Ela foi criada em 1995 pela Sun Microsystems (agora parte da </a:t>
            </a:r>
            <a:r>
              <a:rPr lang="pt-BR" b="1" dirty="0"/>
              <a:t>Oracle</a:t>
            </a:r>
            <a:r>
              <a:rPr lang="pt-BR" dirty="0"/>
              <a:t> </a:t>
            </a:r>
            <a:r>
              <a:rPr lang="pt-BR" b="1" dirty="0"/>
              <a:t>Corporation</a:t>
            </a:r>
            <a:r>
              <a:rPr lang="pt-BR" dirty="0"/>
              <a:t>).</a:t>
            </a:r>
          </a:p>
          <a:p>
            <a:pPr algn="just"/>
            <a:endParaRPr lang="pt-BR" dirty="0"/>
          </a:p>
          <a:p>
            <a:pPr marL="1028700" lvl="1" algn="just">
              <a:lnSpc>
                <a:spcPct val="150000"/>
              </a:lnSpc>
            </a:pPr>
            <a:r>
              <a:rPr lang="pt-BR" sz="16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Portabilidade: </a:t>
            </a:r>
            <a:r>
              <a:rPr lang="pt-BR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o uso do JRE e da JVM, um programa Java pode ser executado em diversos sistemas operacionais.</a:t>
            </a:r>
          </a:p>
          <a:p>
            <a:pPr marL="1028700" lvl="1" algn="just">
              <a:lnSpc>
                <a:spcPct val="150000"/>
              </a:lnSpc>
            </a:pPr>
            <a:r>
              <a:rPr lang="pt-BR" sz="16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Orientada a Objetos: </a:t>
            </a:r>
            <a:r>
              <a:rPr lang="pt-BR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Baseada em conceitos como classes, herança e encapsulamento, promovendo modularidade e reutilização de código.</a:t>
            </a:r>
          </a:p>
          <a:p>
            <a:pPr marL="1028700" lvl="1" algn="just">
              <a:lnSpc>
                <a:spcPct val="150000"/>
              </a:lnSpc>
            </a:pPr>
            <a:r>
              <a:rPr lang="pt-BR" sz="16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Desempenho otimizado: </a:t>
            </a:r>
            <a:r>
              <a:rPr lang="pt-BR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Graças à compilação JIT (Just-In-Time), a execução do código se torna mais rápida.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BB9D37-FA1C-4FC3-BF71-78F54087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86" y="661987"/>
            <a:ext cx="699589" cy="8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373B4-61A1-4515-A15C-1834A1A0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em Java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9C00D7E-780B-49FB-9168-091B5AE3B0A4}"/>
              </a:ext>
            </a:extLst>
          </p:cNvPr>
          <p:cNvGrpSpPr/>
          <p:nvPr/>
        </p:nvGrpSpPr>
        <p:grpSpPr>
          <a:xfrm>
            <a:off x="751113" y="2890055"/>
            <a:ext cx="1800000" cy="2289017"/>
            <a:chOff x="778992" y="3011975"/>
            <a:chExt cx="1800000" cy="228901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D14EB5B-EEA5-4FFF-8324-33550F9AD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92" y="3011975"/>
              <a:ext cx="1800000" cy="180000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6B71913-CCED-4DBF-8D02-5CF912D4C071}"/>
                </a:ext>
              </a:extLst>
            </p:cNvPr>
            <p:cNvSpPr txBox="1"/>
            <p:nvPr/>
          </p:nvSpPr>
          <p:spPr>
            <a:xfrm>
              <a:off x="778992" y="4931660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Desenvolvedor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B7E65E9-A731-447E-A907-2913618235F0}"/>
              </a:ext>
            </a:extLst>
          </p:cNvPr>
          <p:cNvGrpSpPr/>
          <p:nvPr/>
        </p:nvGrpSpPr>
        <p:grpSpPr>
          <a:xfrm>
            <a:off x="6379116" y="2890055"/>
            <a:ext cx="1800000" cy="2289017"/>
            <a:chOff x="6357257" y="3011975"/>
            <a:chExt cx="1800000" cy="2289017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27953AB-2167-4B40-8B5D-61111B51A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7257" y="3011975"/>
              <a:ext cx="1800000" cy="1800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1642CD-FB1B-4831-98D7-701BB981B102}"/>
                </a:ext>
              </a:extLst>
            </p:cNvPr>
            <p:cNvSpPr txBox="1"/>
            <p:nvPr/>
          </p:nvSpPr>
          <p:spPr>
            <a:xfrm>
              <a:off x="6537257" y="493166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Usuário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7BC416E-3F08-49A8-AE4D-F6031BC99DA6}"/>
              </a:ext>
            </a:extLst>
          </p:cNvPr>
          <p:cNvSpPr txBox="1"/>
          <p:nvPr/>
        </p:nvSpPr>
        <p:spPr>
          <a:xfrm>
            <a:off x="8200888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A1699F-FA99-4837-9C33-C86527C24A0D}"/>
              </a:ext>
            </a:extLst>
          </p:cNvPr>
          <p:cNvSpPr txBox="1"/>
          <p:nvPr/>
        </p:nvSpPr>
        <p:spPr>
          <a:xfrm>
            <a:off x="2741446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30C085F-B3D5-476F-9F08-76FBCB230166}"/>
              </a:ext>
            </a:extLst>
          </p:cNvPr>
          <p:cNvSpPr txBox="1"/>
          <p:nvPr/>
        </p:nvSpPr>
        <p:spPr>
          <a:xfrm>
            <a:off x="2741446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pacote completo para programadores Java, incluindo 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JVM,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ferramentas como 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(compilador) e ferramentas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documentação.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ED54A6-222B-4F76-89B7-F76FD065108C}"/>
              </a:ext>
            </a:extLst>
          </p:cNvPr>
          <p:cNvSpPr txBox="1"/>
          <p:nvPr/>
        </p:nvSpPr>
        <p:spPr>
          <a:xfrm>
            <a:off x="8200888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kit básico necessário para rodar programas Java. Ele inclui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as bibliotecas padrão do Java. Se você só quer executar um programa Java, o JRE é suficiente.</a:t>
            </a:r>
          </a:p>
        </p:txBody>
      </p:sp>
    </p:spTree>
    <p:extLst>
      <p:ext uri="{BB962C8B-B14F-4D97-AF65-F5344CB8AC3E}">
        <p14:creationId xmlns:p14="http://schemas.microsoft.com/office/powerpoint/2010/main" val="21405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6" grpId="0"/>
      <p:bldP spid="32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D5079-838A-4ACC-8316-9ACE9FBB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de Desenvolvimento Integrado (IDE)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8BDCB-6228-4321-A672-6E9B06B19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255576"/>
          </a:xfrm>
        </p:spPr>
        <p:txBody>
          <a:bodyPr/>
          <a:lstStyle/>
          <a:p>
            <a:pPr algn="just"/>
            <a:r>
              <a:rPr lang="pt-BR" sz="1600" dirty="0"/>
              <a:t>Uma IDE (</a:t>
            </a:r>
            <a:r>
              <a:rPr lang="pt-BR" sz="1600" dirty="0" err="1"/>
              <a:t>Integrated</a:t>
            </a:r>
            <a:r>
              <a:rPr lang="pt-BR" sz="1600" dirty="0"/>
              <a:t> </a:t>
            </a:r>
            <a:r>
              <a:rPr lang="pt-BR" sz="1600" dirty="0" err="1"/>
              <a:t>Development</a:t>
            </a:r>
            <a:r>
              <a:rPr lang="pt-BR" sz="1600" dirty="0"/>
              <a:t> </a:t>
            </a:r>
            <a:r>
              <a:rPr lang="pt-BR" sz="1600" dirty="0" err="1"/>
              <a:t>Environment</a:t>
            </a:r>
            <a:r>
              <a:rPr lang="pt-BR" sz="1600" dirty="0"/>
              <a:t>) é um programa que reúne várias ferramentas que ajudam os desenvolvedores a escrever, testar e corrigir códigos de forma mais fácil e rápida. Ela combina um editor de código, ferramentas para compilar, </a:t>
            </a:r>
            <a:r>
              <a:rPr lang="pt-BR" sz="1600" dirty="0" err="1"/>
              <a:t>debugar</a:t>
            </a:r>
            <a:r>
              <a:rPr lang="pt-BR" sz="1600" dirty="0"/>
              <a:t> (encontrar erros) e executar o programa em um só lugar, tudo organizado para melhorar a produtividade.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54C6D2A-86F6-4230-815E-C26D60E6B560}"/>
              </a:ext>
            </a:extLst>
          </p:cNvPr>
          <p:cNvGrpSpPr/>
          <p:nvPr/>
        </p:nvGrpSpPr>
        <p:grpSpPr>
          <a:xfrm>
            <a:off x="2768107" y="3704449"/>
            <a:ext cx="1920336" cy="2101911"/>
            <a:chOff x="2456321" y="3704449"/>
            <a:chExt cx="1920336" cy="210191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227EE27-70E6-41D2-9361-BBB511AB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321" y="3704449"/>
              <a:ext cx="720000" cy="720000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40CA642-557F-4293-93E4-26D61FDD8FDB}"/>
                </a:ext>
              </a:extLst>
            </p:cNvPr>
            <p:cNvSpPr txBox="1"/>
            <p:nvPr/>
          </p:nvSpPr>
          <p:spPr>
            <a:xfrm>
              <a:off x="3403166" y="3871316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Eclipse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F790CA3-7A90-4ABC-8E4F-1DB98BE75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321" y="5086360"/>
              <a:ext cx="645882" cy="720000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F84D797-F4CF-4290-86E1-523D839FDBB7}"/>
                </a:ext>
              </a:extLst>
            </p:cNvPr>
            <p:cNvSpPr txBox="1"/>
            <p:nvPr/>
          </p:nvSpPr>
          <p:spPr>
            <a:xfrm>
              <a:off x="3294309" y="526169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NetBeans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734E566-A6EC-410A-99F7-62A8034F4D35}"/>
              </a:ext>
            </a:extLst>
          </p:cNvPr>
          <p:cNvGrpSpPr/>
          <p:nvPr/>
        </p:nvGrpSpPr>
        <p:grpSpPr>
          <a:xfrm>
            <a:off x="7456550" y="3674590"/>
            <a:ext cx="1967342" cy="2131770"/>
            <a:chOff x="7768338" y="3674590"/>
            <a:chExt cx="1967342" cy="213177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3B2690B-261C-4ACE-95C2-B5CFDE945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3674590"/>
              <a:ext cx="720000" cy="720000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E00B870-48C4-48B3-9E7F-B87512BC3F0D}"/>
                </a:ext>
              </a:extLst>
            </p:cNvPr>
            <p:cNvSpPr txBox="1"/>
            <p:nvPr/>
          </p:nvSpPr>
          <p:spPr>
            <a:xfrm>
              <a:off x="8711041" y="3849924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1ACFCEB-0EFF-42B5-989E-4093F30A8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5086360"/>
              <a:ext cx="720000" cy="72000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6100F30-FD09-40EB-94C6-5D88A939AB71}"/>
                </a:ext>
              </a:extLst>
            </p:cNvPr>
            <p:cNvSpPr txBox="1"/>
            <p:nvPr/>
          </p:nvSpPr>
          <p:spPr>
            <a:xfrm>
              <a:off x="8711041" y="5261694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885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62E5-03C7-46AB-8AA6-11173183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Softwares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994F99-6B98-4FE7-BE35-E8B257BCB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00" y="2021785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C2EEBF-12E5-47D3-B46F-4C515BE0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000" y="4436211"/>
            <a:ext cx="1440000" cy="913044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FC13738-A7ED-446A-BBE5-1419D724A6A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704000" y="3101785"/>
            <a:ext cx="2392000" cy="143094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1EA68D6-2ACA-41E9-B913-258E528F2F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101785"/>
            <a:ext cx="2032000" cy="133442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DCC10EC1-9A30-4C83-BD9E-8F28EEF25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400" y="4532733"/>
            <a:ext cx="913045" cy="9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36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2044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Instalar o JDK, acesse aqui para fazer o download - </a:t>
            </a:r>
            <a:r>
              <a:rPr lang="pt-BR" dirty="0">
                <a:hlinkClick r:id="rId2"/>
              </a:rPr>
              <a:t>https://www.oracle.com/java/technologies/javase-downloads.html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C51877-C1FB-414A-A9B1-BE496187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8" y="3130898"/>
            <a:ext cx="5599804" cy="27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0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4324CD8-BD39-4960-852D-B06CB5EAC61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2655888"/>
            <a:ext cx="4772025" cy="3648075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7330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Certifique que você está instalando na caminho correto.</a:t>
            </a:r>
          </a:p>
        </p:txBody>
      </p:sp>
    </p:spTree>
    <p:extLst>
      <p:ext uri="{BB962C8B-B14F-4D97-AF65-F5344CB8AC3E}">
        <p14:creationId xmlns:p14="http://schemas.microsoft.com/office/powerpoint/2010/main" val="8573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567599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Instalar o Eclipse, acesse aqui para fazer o download - https://www.eclipse.org/downloads/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AC577A4-0AC3-460C-9E32-6B35D5C5642E}"/>
              </a:ext>
            </a:extLst>
          </p:cNvPr>
          <p:cNvGrpSpPr/>
          <p:nvPr/>
        </p:nvGrpSpPr>
        <p:grpSpPr>
          <a:xfrm>
            <a:off x="1007063" y="3324497"/>
            <a:ext cx="10177875" cy="2117464"/>
            <a:chOff x="1007062" y="3324497"/>
            <a:chExt cx="10177875" cy="211746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8E881B9-EDC4-4171-AE54-25978397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062" y="3324497"/>
              <a:ext cx="5026860" cy="211746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522C96D-50CD-47A2-B77A-514FC92D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0984" y="3611597"/>
              <a:ext cx="4143953" cy="1543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8268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9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Selecione a opção </a:t>
            </a:r>
            <a:r>
              <a:rPr lang="pt-BR" b="1" dirty="0"/>
              <a:t>Eclipse IDE for Java </a:t>
            </a:r>
            <a:r>
              <a:rPr lang="pt-BR" b="1" dirty="0" err="1"/>
              <a:t>Developers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728BAD-ADFE-440F-8B06-635B567E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46" y="2664823"/>
            <a:ext cx="3690909" cy="37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11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11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pt-BR" dirty="0"/>
              <a:t>Certifique que você está instalando na caminho correto.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486BE6-EFCB-48C6-BAD1-5E71875B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15" y="2656114"/>
            <a:ext cx="3865771" cy="38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62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6111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Primeiro devemos criar um </a:t>
            </a:r>
            <a:r>
              <a:rPr lang="pt-BR" b="1" dirty="0"/>
              <a:t>Projeto em Java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1650E8-7F54-4DB8-8638-9303BB26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2595154"/>
            <a:ext cx="3584528" cy="37643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16163D-386B-4CBD-B455-4153D0C9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66" y="2668147"/>
            <a:ext cx="3357625" cy="36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70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4"/>
            <a:ext cx="11007306" cy="104657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 dirty="0"/>
              <a:t>Após criar o projeto, clique com o botão direito sobre ele, selecione New e, em seguida, </a:t>
            </a:r>
            <a:r>
              <a:rPr lang="pt-BR" dirty="0" err="1"/>
              <a:t>Class</a:t>
            </a:r>
            <a:r>
              <a:rPr lang="pt-BR" dirty="0"/>
              <a:t> para criar uma nova classe.</a:t>
            </a:r>
            <a:endParaRPr 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7B9465-FC39-4EDF-A72C-16D837F9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94" y="2997499"/>
            <a:ext cx="2449658" cy="312768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5CE308C-33EC-4318-9585-980B0FD420A6}"/>
              </a:ext>
            </a:extLst>
          </p:cNvPr>
          <p:cNvGrpSpPr/>
          <p:nvPr/>
        </p:nvGrpSpPr>
        <p:grpSpPr>
          <a:xfrm>
            <a:off x="6244045" y="2891245"/>
            <a:ext cx="3060213" cy="3536123"/>
            <a:chOff x="6244045" y="2891245"/>
            <a:chExt cx="3060213" cy="353612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AD28136-0561-4036-AD89-6D9E0C17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4045" y="2891245"/>
              <a:ext cx="3060213" cy="353612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2A3094-C9BA-4C8A-92D3-C50A1774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4045" y="3208329"/>
              <a:ext cx="785405" cy="123842"/>
            </a:xfrm>
            <a:prstGeom prst="rect">
              <a:avLst/>
            </a:prstGeom>
          </p:spPr>
        </p:pic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19C5937-0190-4C5B-9826-C2008253B285}"/>
                </a:ext>
              </a:extLst>
            </p:cNvPr>
            <p:cNvCxnSpPr/>
            <p:nvPr/>
          </p:nvCxnSpPr>
          <p:spPr>
            <a:xfrm>
              <a:off x="8107680" y="6003580"/>
              <a:ext cx="217714" cy="2665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0326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41C500-8CF3-4B7E-BE3A-EAECA2A75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 COM GIT E GITHUB</a:t>
            </a:r>
          </a:p>
        </p:txBody>
      </p:sp>
    </p:spTree>
    <p:extLst>
      <p:ext uri="{BB962C8B-B14F-4D97-AF65-F5344CB8AC3E}">
        <p14:creationId xmlns:p14="http://schemas.microsoft.com/office/powerpoint/2010/main" val="3499555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E GITHUB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5EBD05-6FEF-4BB1-B05C-797A7A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3957108"/>
            <a:ext cx="2143125" cy="21431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279FC8-1F39-4BF2-852C-CD60AD5BB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17" y="1738884"/>
            <a:ext cx="1905000" cy="1905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151A38-DE86-49CC-A699-ED99A42A8D34}"/>
              </a:ext>
            </a:extLst>
          </p:cNvPr>
          <p:cNvSpPr txBox="1"/>
          <p:nvPr/>
        </p:nvSpPr>
        <p:spPr>
          <a:xfrm>
            <a:off x="3714750" y="1631350"/>
            <a:ext cx="73152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sistema de controle de versão distribuído amplamente utilizado para rastrear as alterações no código-fonte durante o desenvolvimento de software. Ele foi criado por Linus Torvalds em 2005 para gerenciar o desenvolvimento do kernel do Linux, mas desde então se tornou uma ferramenta fundamental em muitos outros projetos.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16D540-64D6-45CD-8FE8-9663397028A1}"/>
              </a:ext>
            </a:extLst>
          </p:cNvPr>
          <p:cNvSpPr txBox="1"/>
          <p:nvPr/>
        </p:nvSpPr>
        <p:spPr>
          <a:xfrm>
            <a:off x="1143000" y="3968636"/>
            <a:ext cx="716279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é uma plataforma de hospedagem baseada em nuvem para projetos de software que utilizam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controle de versão. Ele oferece recursos adicionais para colaboração, gerenciamento de projetos e integração contínua, além de fornecer um espaço centralizado para desenvolvedores compartilharem e colaborarem em projetos de código aberto e privados.</a:t>
            </a:r>
          </a:p>
        </p:txBody>
      </p:sp>
    </p:spTree>
    <p:extLst>
      <p:ext uri="{BB962C8B-B14F-4D97-AF65-F5344CB8AC3E}">
        <p14:creationId xmlns:p14="http://schemas.microsoft.com/office/powerpoint/2010/main" val="1729937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1" y="703456"/>
            <a:ext cx="584775" cy="5847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15D7C8-0590-462A-A13A-39FB28124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1544770" cy="154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97B455-4603-4CB6-BA6F-5A79F0525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93" y="2209800"/>
            <a:ext cx="1544770" cy="15447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61" y="2209800"/>
            <a:ext cx="1544770" cy="15447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9" y="2209800"/>
            <a:ext cx="1544770" cy="15447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9846454-5F08-4B1E-AE61-E723C392B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0" y="4447309"/>
            <a:ext cx="1544770" cy="154477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801FA62-ED3E-43EC-8FE3-E11912B422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30" y="4391025"/>
            <a:ext cx="1544770" cy="15447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08202D7-1AFD-4A12-84A6-A9DEC34E2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1024"/>
            <a:ext cx="1544770" cy="1544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B0DA494-A92E-40BF-AB0A-0E694090C3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10" y="4447309"/>
            <a:ext cx="1544770" cy="15447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9B6656-D0B7-4E9B-8F75-9267D64926BF}"/>
              </a:ext>
            </a:extLst>
          </p:cNvPr>
          <p:cNvSpPr txBox="1"/>
          <p:nvPr/>
        </p:nvSpPr>
        <p:spPr>
          <a:xfrm>
            <a:off x="1193990" y="3888131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B44584-04B9-4B5D-9706-4ECA6B49A9A3}"/>
              </a:ext>
            </a:extLst>
          </p:cNvPr>
          <p:cNvSpPr txBox="1"/>
          <p:nvPr/>
        </p:nvSpPr>
        <p:spPr>
          <a:xfrm>
            <a:off x="3714988" y="3916273"/>
            <a:ext cx="121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5173EC-A376-435C-9DCB-2EB9886F5095}"/>
              </a:ext>
            </a:extLst>
          </p:cNvPr>
          <p:cNvSpPr txBox="1"/>
          <p:nvPr/>
        </p:nvSpPr>
        <p:spPr>
          <a:xfrm>
            <a:off x="6263301" y="3888131"/>
            <a:ext cx="15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site-cliente.zip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0539B3A-BD03-4103-8A8B-1BF91F6D047F}"/>
              </a:ext>
            </a:extLst>
          </p:cNvPr>
          <p:cNvSpPr txBox="1"/>
          <p:nvPr/>
        </p:nvSpPr>
        <p:spPr>
          <a:xfrm>
            <a:off x="8821414" y="3888131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site-cliente-v1.zip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9248B25-4AC4-4946-8AE5-774026FD953C}"/>
              </a:ext>
            </a:extLst>
          </p:cNvPr>
          <p:cNvSpPr txBox="1"/>
          <p:nvPr/>
        </p:nvSpPr>
        <p:spPr>
          <a:xfrm>
            <a:off x="694084" y="604833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site-cliente-v2.zip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79F95C-08AE-4ED7-B9BB-67DF8229D39D}"/>
              </a:ext>
            </a:extLst>
          </p:cNvPr>
          <p:cNvSpPr txBox="1"/>
          <p:nvPr/>
        </p:nvSpPr>
        <p:spPr>
          <a:xfrm>
            <a:off x="3403194" y="604571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site-cliente-v3.zip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52E7A2-1415-463E-8D54-DAA75150C46C}"/>
              </a:ext>
            </a:extLst>
          </p:cNvPr>
          <p:cNvSpPr txBox="1"/>
          <p:nvPr/>
        </p:nvSpPr>
        <p:spPr>
          <a:xfrm>
            <a:off x="5755438" y="6045714"/>
            <a:ext cx="255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site-cliente-deu-bosta.zip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054EA8-169F-43D6-B1B7-BFF827AE9BE1}"/>
              </a:ext>
            </a:extLst>
          </p:cNvPr>
          <p:cNvSpPr txBox="1"/>
          <p:nvPr/>
        </p:nvSpPr>
        <p:spPr>
          <a:xfrm>
            <a:off x="8499659" y="604571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site-cliente-agora-vai.zip</a:t>
            </a:r>
          </a:p>
        </p:txBody>
      </p:sp>
    </p:spTree>
    <p:extLst>
      <p:ext uri="{BB962C8B-B14F-4D97-AF65-F5344CB8AC3E}">
        <p14:creationId xmlns:p14="http://schemas.microsoft.com/office/powerpoint/2010/main" val="4942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BACKUP DO 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25" y="716082"/>
            <a:ext cx="584775" cy="5847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985983" cy="9859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286000"/>
            <a:ext cx="985983" cy="98598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B43B87-3F1A-428D-A57A-CE439496E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695777"/>
            <a:ext cx="985983" cy="98598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0267121-418B-47C7-BB57-FCCA074FA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95777"/>
            <a:ext cx="985983" cy="98598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CFAFFD1-05A3-4972-B0B4-9E07DF62E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60973"/>
            <a:ext cx="985983" cy="98598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0CC1698-AE6D-4552-A790-5B3DD0303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160973"/>
            <a:ext cx="985983" cy="98598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27B0DB-64BA-45C2-B1A4-49CE03C6545D}"/>
              </a:ext>
            </a:extLst>
          </p:cNvPr>
          <p:cNvCxnSpPr>
            <a:cxnSpLocks/>
          </p:cNvCxnSpPr>
          <p:nvPr/>
        </p:nvCxnSpPr>
        <p:spPr>
          <a:xfrm>
            <a:off x="4724400" y="4267200"/>
            <a:ext cx="259080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A5F182EF-309B-46ED-A535-7E2BD092A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178455"/>
            <a:ext cx="1445757" cy="12953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360362D-F30B-4368-AA90-5C875EDC1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476" y="2438400"/>
            <a:ext cx="201592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VERSIONAMENTO EM GRUPO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14263"/>
            <a:ext cx="584775" cy="58477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5A567B8-415C-4DB3-92C0-9724FA8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65" y="3849777"/>
            <a:ext cx="2010056" cy="10097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C5152D-2831-48F9-87FF-AD999B68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5" y="3849777"/>
            <a:ext cx="2038635" cy="98121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8FCF102-2563-4E50-90EE-FA543A9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65" y="5540546"/>
            <a:ext cx="2010056" cy="100979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66AFF5C-D3A6-4395-980E-2FE79D416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1" y="5569125"/>
            <a:ext cx="2038635" cy="981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265959-687E-4FC3-95CF-1DA63469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419209"/>
            <a:ext cx="2010056" cy="100979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AD9FDF8-78C0-4B20-BF4B-A8DBD858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865" y="2500446"/>
            <a:ext cx="2038635" cy="981212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01166C-7F8A-4E1A-8E41-9450E28F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86" y="4892847"/>
            <a:ext cx="1445757" cy="1295398"/>
          </a:xfrm>
          <a:prstGeom prst="rect">
            <a:avLst/>
          </a:prstGeom>
        </p:spPr>
      </p:pic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30A509F2-0D61-458E-9592-A76C2E637905}"/>
              </a:ext>
            </a:extLst>
          </p:cNvPr>
          <p:cNvCxnSpPr>
            <a:stCxn id="9" idx="3"/>
          </p:cNvCxnSpPr>
          <p:nvPr/>
        </p:nvCxnSpPr>
        <p:spPr>
          <a:xfrm>
            <a:off x="3624700" y="4340383"/>
            <a:ext cx="1800800" cy="765017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1B40E263-29C0-4B34-B23C-B3EC4E94A262}"/>
              </a:ext>
            </a:extLst>
          </p:cNvPr>
          <p:cNvCxnSpPr>
            <a:stCxn id="29" idx="3"/>
          </p:cNvCxnSpPr>
          <p:nvPr/>
        </p:nvCxnSpPr>
        <p:spPr>
          <a:xfrm flipV="1">
            <a:off x="2752156" y="5791200"/>
            <a:ext cx="2505644" cy="268531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74BCBD17-AA4A-495E-B91B-5C43A728B0C7}"/>
              </a:ext>
            </a:extLst>
          </p:cNvPr>
          <p:cNvCxnSpPr>
            <a:stCxn id="31" idx="2"/>
          </p:cNvCxnSpPr>
          <p:nvPr/>
        </p:nvCxnSpPr>
        <p:spPr>
          <a:xfrm>
            <a:off x="4406183" y="3481658"/>
            <a:ext cx="1308817" cy="124123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2803641-3022-485F-9341-39453D4D42E7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591442" y="3429000"/>
            <a:ext cx="890586" cy="129389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9D73ABF0-B418-48E9-AB06-2319504D892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6880943" y="4354673"/>
            <a:ext cx="1486923" cy="92567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71E0D289-FE1B-4523-8D34-B9F374B5775A}"/>
              </a:ext>
            </a:extLst>
          </p:cNvPr>
          <p:cNvCxnSpPr>
            <a:stCxn id="28" idx="1"/>
          </p:cNvCxnSpPr>
          <p:nvPr/>
        </p:nvCxnSpPr>
        <p:spPr>
          <a:xfrm rot="10800000">
            <a:off x="7010401" y="5867400"/>
            <a:ext cx="2500465" cy="17804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816032"/>
            <a:ext cx="8360355" cy="525090"/>
          </a:xfrm>
        </p:spPr>
        <p:txBody>
          <a:bodyPr/>
          <a:lstStyle/>
          <a:p>
            <a:r>
              <a:rPr lang="pt-BR" dirty="0"/>
              <a:t>GIT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98" y="695845"/>
            <a:ext cx="584775" cy="5847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A499A2-1FF3-4124-BB46-0281907E860E}"/>
              </a:ext>
            </a:extLst>
          </p:cNvPr>
          <p:cNvSpPr txBox="1"/>
          <p:nvPr/>
        </p:nvSpPr>
        <p:spPr>
          <a:xfrm>
            <a:off x="812800" y="1538098"/>
            <a:ext cx="10058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de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Versão (VCS)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criado para oferecer um controle mais preciso sobre as diferentes versões dos arquivos em um projeto. Ao contrário da abordagem de gerar um novo arquivo zip a cada alteração, 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adota uma abordagem mais granular. Ele consegue monitorar cada mudança realizada no código, permitindo salvar cada alteração individualmente.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capacidade de monitoramento minucioso significa que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 não apenas as versões finais dos arquivos, mas também todas as alterações realizadas ao longo do tempo. Cada pequena modificação, seja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corrigir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refatoração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 registrada pelo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046701E-8614-48A6-84EF-98CB9DAE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4282911"/>
            <a:ext cx="1189182" cy="57236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26A3D74-E4CC-4920-A45B-F7874772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5199758"/>
            <a:ext cx="1189182" cy="57236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5F3204D-4E79-45A1-ACBF-0D2E397C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6116605"/>
            <a:ext cx="1189182" cy="5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9068E-C4A2-4A42-8BAB-FE901193F8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4282911"/>
            <a:ext cx="572363" cy="57236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256CA7D-3245-4360-92FC-C4DAFA4999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5199758"/>
            <a:ext cx="572363" cy="57236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E459F7E-6C76-46DC-8D1F-1FC0C5914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6116605"/>
            <a:ext cx="572363" cy="57236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39F235A-6113-455D-8877-6D89727F4534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3369255" y="4569093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DB00920-E6DE-471C-A00B-08BB9365EDC1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3369255" y="5485940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8A972F-C95E-4183-90A0-34547A3513D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3369255" y="6402787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944C3E0-0817-49CC-B604-A5D165A7B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4282911"/>
            <a:ext cx="1727326" cy="1727326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95C7A14-D958-47AF-8F00-B0268C5D43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09836" y="4569093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3BC038B-AEDB-413F-8B5F-47705D2CE3BD}"/>
              </a:ext>
            </a:extLst>
          </p:cNvPr>
          <p:cNvCxnSpPr>
            <a:cxnSpLocks/>
          </p:cNvCxnSpPr>
          <p:nvPr/>
        </p:nvCxnSpPr>
        <p:spPr>
          <a:xfrm flipV="1">
            <a:off x="4809836" y="5199758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026C486-1F6C-48C6-87FA-3D6C2823D2C7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09836" y="5772121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32A179A-3BB2-44FD-AD3E-F8298E88F693}"/>
              </a:ext>
            </a:extLst>
          </p:cNvPr>
          <p:cNvSpPr txBox="1"/>
          <p:nvPr/>
        </p:nvSpPr>
        <p:spPr>
          <a:xfrm>
            <a:off x="3981454" y="3743292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5987B7-1F5D-4783-B354-36AE95AF136E}"/>
              </a:ext>
            </a:extLst>
          </p:cNvPr>
          <p:cNvSpPr txBox="1"/>
          <p:nvPr/>
        </p:nvSpPr>
        <p:spPr>
          <a:xfrm>
            <a:off x="7763663" y="373339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65D3E65-CABE-4E9E-83A3-AB8226916D23}"/>
              </a:ext>
            </a:extLst>
          </p:cNvPr>
          <p:cNvSpPr txBox="1"/>
          <p:nvPr/>
        </p:nvSpPr>
        <p:spPr>
          <a:xfrm>
            <a:off x="3396964" y="4244917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B01FFC3-1C65-496C-9C67-202ACA0DA0F4}"/>
              </a:ext>
            </a:extLst>
          </p:cNvPr>
          <p:cNvSpPr txBox="1"/>
          <p:nvPr/>
        </p:nvSpPr>
        <p:spPr>
          <a:xfrm>
            <a:off x="5419582" y="424296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4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8" grpId="0"/>
      <p:bldP spid="6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484F14-8655-4C23-A65C-5EB27FBA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4"/>
            <a:ext cx="10647658" cy="474884"/>
          </a:xfrm>
        </p:spPr>
        <p:txBody>
          <a:bodyPr/>
          <a:lstStyle/>
          <a:p>
            <a:r>
              <a:rPr lang="pt-BR" dirty="0"/>
              <a:t>O GitHub é uma plataforma online, baseada em nuvem, que utiliza o </a:t>
            </a:r>
            <a:r>
              <a:rPr lang="pt-BR" dirty="0" err="1"/>
              <a:t>Git</a:t>
            </a:r>
            <a:r>
              <a:rPr lang="pt-BR" dirty="0"/>
              <a:t> como base para hospedar e gerenciar projetos de software.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57133"/>
            <a:ext cx="866775" cy="866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C7E70B-21CA-4E40-85F2-5CEDE21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3369533"/>
            <a:ext cx="1189182" cy="5723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843C00-C048-488D-837E-318A828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4286380"/>
            <a:ext cx="1189182" cy="572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6F73C2-17B6-4218-82F0-6DEB1630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5203227"/>
            <a:ext cx="1189182" cy="5723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92BD1E-69CF-439D-AB06-3DE4331D6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3369533"/>
            <a:ext cx="572363" cy="5723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F7F8601-EFA8-4D71-83EE-3C5A587D6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4286380"/>
            <a:ext cx="572363" cy="5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3A0E6C-71ED-4B61-9F37-FE01CF85F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5203227"/>
            <a:ext cx="572363" cy="572363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44FE46C-B4F0-4FE3-A59B-863E7F65224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934166" y="3655715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C462C08-DA53-4662-81F5-0CCFE1CF22A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34166" y="4572562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0313C43-A574-485B-95DE-7143DD29E01B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934166" y="5489409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A8FCA34-D09F-4A85-9F96-C6D518E52E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11" y="3369533"/>
            <a:ext cx="1727326" cy="1727326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3EBB308-665E-416A-AEAA-1EB4F93521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74747" y="3655715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8FD0119-8635-4012-9600-5D2132EF695A}"/>
              </a:ext>
            </a:extLst>
          </p:cNvPr>
          <p:cNvCxnSpPr>
            <a:cxnSpLocks/>
          </p:cNvCxnSpPr>
          <p:nvPr/>
        </p:nvCxnSpPr>
        <p:spPr>
          <a:xfrm flipV="1">
            <a:off x="4374747" y="4286380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1486527-2515-49C7-B2FF-31AC98BFB6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374747" y="4858743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480650-D8ED-4233-9EF5-9564D09A562B}"/>
              </a:ext>
            </a:extLst>
          </p:cNvPr>
          <p:cNvSpPr txBox="1"/>
          <p:nvPr/>
        </p:nvSpPr>
        <p:spPr>
          <a:xfrm>
            <a:off x="3546365" y="282991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05FF60-4D39-440E-B305-C6BFBDFE2DA4}"/>
              </a:ext>
            </a:extLst>
          </p:cNvPr>
          <p:cNvSpPr txBox="1"/>
          <p:nvPr/>
        </p:nvSpPr>
        <p:spPr>
          <a:xfrm>
            <a:off x="7328574" y="2820016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788F8B-B8FA-4329-870D-18FEABE810B7}"/>
              </a:ext>
            </a:extLst>
          </p:cNvPr>
          <p:cNvSpPr txBox="1"/>
          <p:nvPr/>
        </p:nvSpPr>
        <p:spPr>
          <a:xfrm>
            <a:off x="2961875" y="3331539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8F62D6-BEB5-440D-9195-E36D24926AAB}"/>
              </a:ext>
            </a:extLst>
          </p:cNvPr>
          <p:cNvSpPr txBox="1"/>
          <p:nvPr/>
        </p:nvSpPr>
        <p:spPr>
          <a:xfrm>
            <a:off x="4984493" y="3329585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BCF9165-3B0E-41B1-9911-F2E86E865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485" y="3215512"/>
            <a:ext cx="880406" cy="88040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B690B2-2EBA-49AE-8A74-D467A55D0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84" y="5690591"/>
            <a:ext cx="997053" cy="997053"/>
          </a:xfrm>
          <a:prstGeom prst="rect">
            <a:avLst/>
          </a:prstGeom>
        </p:spPr>
      </p:pic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F2EA2566-6541-4F6C-84EC-825466F18835}"/>
              </a:ext>
            </a:extLst>
          </p:cNvPr>
          <p:cNvCxnSpPr>
            <a:stCxn id="13" idx="2"/>
            <a:endCxn id="26" idx="1"/>
          </p:cNvCxnSpPr>
          <p:nvPr/>
        </p:nvCxnSpPr>
        <p:spPr>
          <a:xfrm rot="16200000" flipH="1">
            <a:off x="4367911" y="5496245"/>
            <a:ext cx="413528" cy="97221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0B12900-219E-489C-B2E5-8483558DDA3F}"/>
              </a:ext>
            </a:extLst>
          </p:cNvPr>
          <p:cNvCxnSpPr>
            <a:stCxn id="17" idx="3"/>
            <a:endCxn id="25" idx="1"/>
          </p:cNvCxnSpPr>
          <p:nvPr/>
        </p:nvCxnSpPr>
        <p:spPr>
          <a:xfrm flipV="1">
            <a:off x="8734437" y="3655715"/>
            <a:ext cx="786048" cy="57748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8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46683"/>
            <a:ext cx="866775" cy="8667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07B3C6-AB27-4CF5-93C5-8E827EB9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6" y="2555876"/>
            <a:ext cx="4727567" cy="316266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8EDDAD2-F5C4-48CD-A5DB-1F89E42DF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1" y="5183061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6096000" y="2235200"/>
            <a:ext cx="5638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Repositórios Ilimitados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Hospedagem de Código- Fonte em qualquer linguagem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de Rede Social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integrado Hospedando sites 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(Continuar projetos de outros usuários)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6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10" y="646683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3255434" y="1802543"/>
            <a:ext cx="5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OUTROS REPOSITÓRIOS: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548D7F-9068-43AA-BE0F-FF3DE3CF3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98" y="2740249"/>
            <a:ext cx="866775" cy="8667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5AB87D-4A2C-4D42-85ED-B02BE3FB0069}"/>
              </a:ext>
            </a:extLst>
          </p:cNvPr>
          <p:cNvSpPr txBox="1"/>
          <p:nvPr/>
        </p:nvSpPr>
        <p:spPr>
          <a:xfrm>
            <a:off x="2738740" y="377478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GitHub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E517323-3EB1-4A8E-A38D-13286283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68" y="2730845"/>
            <a:ext cx="866775" cy="88558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0D5F4F-A951-4C10-AA71-929F134AF336}"/>
              </a:ext>
            </a:extLst>
          </p:cNvPr>
          <p:cNvSpPr txBox="1"/>
          <p:nvPr/>
        </p:nvSpPr>
        <p:spPr>
          <a:xfrm>
            <a:off x="4646468" y="377478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GitLab</a:t>
            </a:r>
            <a:endParaRPr lang="pt-BR" b="1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C812CA-4BAA-4437-BA51-575B1612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20" y="2740249"/>
            <a:ext cx="885582" cy="8855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74F6F2-6E5B-4A95-B35F-3DE6EAEB25B7}"/>
              </a:ext>
            </a:extLst>
          </p:cNvPr>
          <p:cNvSpPr txBox="1"/>
          <p:nvPr/>
        </p:nvSpPr>
        <p:spPr>
          <a:xfrm>
            <a:off x="6451964" y="3774783"/>
            <a:ext cx="109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Bitbucket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FD44AE7-B125-492A-BFBD-43431637F1CA}"/>
              </a:ext>
            </a:extLst>
          </p:cNvPr>
          <p:cNvSpPr txBox="1"/>
          <p:nvPr/>
        </p:nvSpPr>
        <p:spPr>
          <a:xfrm>
            <a:off x="8519807" y="377478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phabricator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D9840A-5DC3-4D54-89A3-434A8B15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587765"/>
            <a:ext cx="1724266" cy="11717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94337F-B618-449F-B58F-A600D1601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3" y="4578126"/>
            <a:ext cx="1128593" cy="112859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6DA14F-2193-4ED1-B9AA-E1E772A2176B}"/>
              </a:ext>
            </a:extLst>
          </p:cNvPr>
          <p:cNvSpPr txBox="1"/>
          <p:nvPr/>
        </p:nvSpPr>
        <p:spPr>
          <a:xfrm>
            <a:off x="6451964" y="5791412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Kallithea</a:t>
            </a:r>
            <a:r>
              <a:rPr lang="pt-BR" dirty="0"/>
              <a:t> 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38CE4DF-EF63-4EDE-B67E-5021424B5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409" y="4419600"/>
            <a:ext cx="658590" cy="1280993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4C7485-C029-4BEE-9A41-F70640146FB2}"/>
              </a:ext>
            </a:extLst>
          </p:cNvPr>
          <p:cNvSpPr txBox="1"/>
          <p:nvPr/>
        </p:nvSpPr>
        <p:spPr>
          <a:xfrm>
            <a:off x="4693755" y="579141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Gogs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068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469824"/>
            <a:ext cx="6324600" cy="661756"/>
          </a:xfrm>
        </p:spPr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18" name="Picture 4" descr="Ícone computador desktop 569520 Vetor no Vecteezy">
            <a:extLst>
              <a:ext uri="{FF2B5EF4-FFF2-40B4-BE49-F238E27FC236}">
                <a16:creationId xmlns:a16="http://schemas.microsoft.com/office/drawing/2014/main" id="{56D57693-D5BC-4D2E-AAAE-94900BEC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295400"/>
            <a:ext cx="1903731" cy="190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74E0B7B-5D69-4915-99EE-FA95ACC9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893" y="4838065"/>
            <a:ext cx="1143000" cy="1143000"/>
          </a:xfrm>
          <a:prstGeom prst="rect">
            <a:avLst/>
          </a:prstGeom>
        </p:spPr>
      </p:pic>
      <p:cxnSp>
        <p:nvCxnSpPr>
          <p:cNvPr id="27" name="Conector de seta reta 8">
            <a:extLst>
              <a:ext uri="{FF2B5EF4-FFF2-40B4-BE49-F238E27FC236}">
                <a16:creationId xmlns:a16="http://schemas.microsoft.com/office/drawing/2014/main" id="{77521FBD-946F-4675-B785-20A5B2526885}"/>
              </a:ext>
            </a:extLst>
          </p:cNvPr>
          <p:cNvCxnSpPr>
            <a:cxnSpLocks/>
          </p:cNvCxnSpPr>
          <p:nvPr/>
        </p:nvCxnSpPr>
        <p:spPr>
          <a:xfrm>
            <a:off x="6633974" y="3179446"/>
            <a:ext cx="708064" cy="144821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11">
            <a:extLst>
              <a:ext uri="{FF2B5EF4-FFF2-40B4-BE49-F238E27FC236}">
                <a16:creationId xmlns:a16="http://schemas.microsoft.com/office/drawing/2014/main" id="{2EACEA22-ED32-4B7C-A603-D17386A598F0}"/>
              </a:ext>
            </a:extLst>
          </p:cNvPr>
          <p:cNvCxnSpPr>
            <a:cxnSpLocks/>
          </p:cNvCxnSpPr>
          <p:nvPr/>
        </p:nvCxnSpPr>
        <p:spPr>
          <a:xfrm>
            <a:off x="7212328" y="2759496"/>
            <a:ext cx="2279571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13">
            <a:extLst>
              <a:ext uri="{FF2B5EF4-FFF2-40B4-BE49-F238E27FC236}">
                <a16:creationId xmlns:a16="http://schemas.microsoft.com/office/drawing/2014/main" id="{25FB3328-7082-4243-BBA7-DCB54AF0158B}"/>
              </a:ext>
            </a:extLst>
          </p:cNvPr>
          <p:cNvCxnSpPr>
            <a:cxnSpLocks/>
          </p:cNvCxnSpPr>
          <p:nvPr/>
        </p:nvCxnSpPr>
        <p:spPr>
          <a:xfrm flipH="1">
            <a:off x="2666996" y="2759496"/>
            <a:ext cx="2312676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CFBA1E16-A56B-4072-899E-C21CF275C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714" y="3407195"/>
            <a:ext cx="1220463" cy="122046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206ABF3-F522-4A3D-911F-3973164B6277}"/>
              </a:ext>
            </a:extLst>
          </p:cNvPr>
          <p:cNvSpPr txBox="1"/>
          <p:nvPr/>
        </p:nvSpPr>
        <p:spPr>
          <a:xfrm>
            <a:off x="9614322" y="4627658"/>
            <a:ext cx="15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GitHub Desktop</a:t>
            </a:r>
            <a:endParaRPr lang="pt-BR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8C48F1B-1E42-4AA5-981C-5842721E89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7" y="3407195"/>
            <a:ext cx="1220469" cy="122046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1EE8953-EDE3-4892-B165-41BE273FB91F}"/>
              </a:ext>
            </a:extLst>
          </p:cNvPr>
          <p:cNvSpPr txBox="1"/>
          <p:nvPr/>
        </p:nvSpPr>
        <p:spPr>
          <a:xfrm>
            <a:off x="1707134" y="4627658"/>
            <a:ext cx="69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Git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1CBD86-B442-4825-BE5E-A2134037D8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86" y="4720210"/>
            <a:ext cx="1260855" cy="1260855"/>
          </a:xfrm>
          <a:prstGeom prst="rect">
            <a:avLst/>
          </a:prstGeom>
        </p:spPr>
      </p:pic>
      <p:cxnSp>
        <p:nvCxnSpPr>
          <p:cNvPr id="22" name="Conector de seta reta 8">
            <a:extLst>
              <a:ext uri="{FF2B5EF4-FFF2-40B4-BE49-F238E27FC236}">
                <a16:creationId xmlns:a16="http://schemas.microsoft.com/office/drawing/2014/main" id="{13F16DB7-8397-4B70-92F1-AC5FC4B0323D}"/>
              </a:ext>
            </a:extLst>
          </p:cNvPr>
          <p:cNvCxnSpPr>
            <a:cxnSpLocks/>
          </p:cNvCxnSpPr>
          <p:nvPr/>
        </p:nvCxnSpPr>
        <p:spPr>
          <a:xfrm flipH="1">
            <a:off x="4557755" y="3208548"/>
            <a:ext cx="866055" cy="141911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DA7E8F-B1C2-47F7-83AA-90673056B180}"/>
              </a:ext>
            </a:extLst>
          </p:cNvPr>
          <p:cNvSpPr txBox="1"/>
          <p:nvPr/>
        </p:nvSpPr>
        <p:spPr>
          <a:xfrm>
            <a:off x="3795625" y="5892801"/>
            <a:ext cx="165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vs</a:t>
            </a:r>
            <a:r>
              <a:rPr lang="pt-BR" sz="2400" b="1" dirty="0"/>
              <a:t> </a:t>
            </a:r>
            <a:r>
              <a:rPr lang="pt-BR" sz="2400" b="1" dirty="0" err="1"/>
              <a:t>code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1E1684-8333-438D-80C9-D1517C593CDA}"/>
              </a:ext>
            </a:extLst>
          </p:cNvPr>
          <p:cNvSpPr txBox="1"/>
          <p:nvPr/>
        </p:nvSpPr>
        <p:spPr>
          <a:xfrm>
            <a:off x="6745965" y="5892800"/>
            <a:ext cx="165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Chrome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55273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015" algn="l"/>
              </a:tabLst>
            </a:pPr>
            <a:r>
              <a:rPr lang="pt-BR" spc="-5" dirty="0"/>
              <a:t>CRIANDO SEU PERFIL NO GITHUB</a:t>
            </a:r>
            <a:endParaRPr spc="-5" dirty="0"/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AE981B44-0F0B-4EC4-9666-81227582A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83" y="1795363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2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C367E3A-FDA6-49A0-8F16-20579A3BB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Criando Um Repositório Com O </a:t>
            </a:r>
            <a:r>
              <a:rPr lang="pt-BR" spc="-5" dirty="0" err="1"/>
              <a:t>Github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3291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702F7F-84B3-48AE-A5B2-12C051E4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8" y="2198132"/>
            <a:ext cx="6248623" cy="4302011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 flipV="1">
            <a:off x="7808578" y="4659869"/>
            <a:ext cx="533400" cy="1066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BBDD1B-1034-4C04-A6EB-F83B0FFB8CCB}"/>
              </a:ext>
            </a:extLst>
          </p:cNvPr>
          <p:cNvSpPr txBox="1"/>
          <p:nvPr/>
        </p:nvSpPr>
        <p:spPr>
          <a:xfrm>
            <a:off x="4650314" y="1727775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Criando um repositório Local</a:t>
            </a:r>
          </a:p>
        </p:txBody>
      </p:sp>
    </p:spTree>
    <p:extLst>
      <p:ext uri="{BB962C8B-B14F-4D97-AF65-F5344CB8AC3E}">
        <p14:creationId xmlns:p14="http://schemas.microsoft.com/office/powerpoint/2010/main" val="536135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09017-918A-49EF-B0BA-319C1BA8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26751"/>
            <a:ext cx="3724795" cy="4534533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4724400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2B4914D-3BC9-44BD-8EE5-FBA33749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5084876" cy="350608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439400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FDB80C-6567-46FD-9CE0-1C51A815EDE5}"/>
              </a:ext>
            </a:extLst>
          </p:cNvPr>
          <p:cNvSpPr txBox="1"/>
          <p:nvPr/>
        </p:nvSpPr>
        <p:spPr>
          <a:xfrm>
            <a:off x="5856644" y="1771709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o Repositório Local para o Repositório em nuvem  </a:t>
            </a:r>
          </a:p>
        </p:txBody>
      </p:sp>
    </p:spTree>
    <p:extLst>
      <p:ext uri="{BB962C8B-B14F-4D97-AF65-F5344CB8AC3E}">
        <p14:creationId xmlns:p14="http://schemas.microsoft.com/office/powerpoint/2010/main" val="3721693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F6EB53-4F58-44B7-80DA-48478D58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00247"/>
            <a:ext cx="5812272" cy="399141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73F4779-4CAD-425C-B8AE-1BB63F5F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38400"/>
            <a:ext cx="4363059" cy="311511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3995955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574772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37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7932CA-0FDA-4A2B-BDCC-E3DA5B9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4" y="2362200"/>
            <a:ext cx="1016267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09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84F32B-A64A-44C2-9B6B-341427A5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311"/>
            <a:ext cx="5285031" cy="348445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B0EB92-F7E1-4654-AFC3-CFAA5A0A18F7}"/>
              </a:ext>
            </a:extLst>
          </p:cNvPr>
          <p:cNvCxnSpPr>
            <a:cxnSpLocks/>
          </p:cNvCxnSpPr>
          <p:nvPr/>
        </p:nvCxnSpPr>
        <p:spPr>
          <a:xfrm flipH="1">
            <a:off x="1524000" y="4563564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4B11253-A4C5-4FB8-83A5-1F1E86A8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526911"/>
            <a:ext cx="5307520" cy="348445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1126B99-0B55-4F38-9AE8-8A34BE49C607}"/>
              </a:ext>
            </a:extLst>
          </p:cNvPr>
          <p:cNvCxnSpPr>
            <a:cxnSpLocks/>
          </p:cNvCxnSpPr>
          <p:nvPr/>
        </p:nvCxnSpPr>
        <p:spPr>
          <a:xfrm flipV="1">
            <a:off x="10439400" y="3974711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57BC5-18EA-41E4-8AE3-962B01DF3E21}"/>
              </a:ext>
            </a:extLst>
          </p:cNvPr>
          <p:cNvSpPr txBox="1"/>
          <p:nvPr/>
        </p:nvSpPr>
        <p:spPr>
          <a:xfrm>
            <a:off x="1695912" y="190500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Atualizando um repositório Local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48B72D-16D9-4C8C-B926-D1B6253B516C}"/>
              </a:ext>
            </a:extLst>
          </p:cNvPr>
          <p:cNvSpPr txBox="1"/>
          <p:nvPr/>
        </p:nvSpPr>
        <p:spPr>
          <a:xfrm>
            <a:off x="7696200" y="17665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a Atualização para um repositório em nuvem</a:t>
            </a:r>
          </a:p>
        </p:txBody>
      </p:sp>
    </p:spTree>
    <p:extLst>
      <p:ext uri="{BB962C8B-B14F-4D97-AF65-F5344CB8AC3E}">
        <p14:creationId xmlns:p14="http://schemas.microsoft.com/office/powerpoint/2010/main" val="2503547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79FB034-53B0-4B28-88E6-2811784B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97" y="2827796"/>
            <a:ext cx="6761427" cy="309707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7848600" y="3131386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03A58-4D7A-4525-BFD8-80636BE4EBED}"/>
              </a:ext>
            </a:extLst>
          </p:cNvPr>
          <p:cNvSpPr txBox="1"/>
          <p:nvPr/>
        </p:nvSpPr>
        <p:spPr>
          <a:xfrm>
            <a:off x="4190998" y="2112333"/>
            <a:ext cx="356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Acessar o GitHub em seu navegador</a:t>
            </a:r>
          </a:p>
        </p:txBody>
      </p:sp>
    </p:spTree>
    <p:extLst>
      <p:ext uri="{BB962C8B-B14F-4D97-AF65-F5344CB8AC3E}">
        <p14:creationId xmlns:p14="http://schemas.microsoft.com/office/powerpoint/2010/main" val="283658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3D815-6677-4380-8BB4-C3000CE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79081"/>
            <a:ext cx="7086600" cy="322957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6400800" y="4800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A45FC7-F49B-4155-9630-493E2F2F0FD0}"/>
              </a:ext>
            </a:extLst>
          </p:cNvPr>
          <p:cNvSpPr txBox="1"/>
          <p:nvPr/>
        </p:nvSpPr>
        <p:spPr>
          <a:xfrm>
            <a:off x="3892897" y="1843873"/>
            <a:ext cx="440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 repositório que deseja por no ar</a:t>
            </a:r>
          </a:p>
        </p:txBody>
      </p:sp>
    </p:spTree>
    <p:extLst>
      <p:ext uri="{BB962C8B-B14F-4D97-AF65-F5344CB8AC3E}">
        <p14:creationId xmlns:p14="http://schemas.microsoft.com/office/powerpoint/2010/main" val="546030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4AB9E6-CE85-483E-BF54-4734A28B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71" y="2438400"/>
            <a:ext cx="7216257" cy="34359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5943600" y="2895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1065217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0698C8-4EC5-4018-9CFF-BE7AD6A7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9" y="1912813"/>
            <a:ext cx="9784102" cy="459108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2438400" y="44958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3525300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330462-35E9-4AC3-80BD-691CFD5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5" y="2133600"/>
            <a:ext cx="9836849" cy="413747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4267200" y="36576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A51FC8-CB15-4322-A666-68F66511FACD}"/>
              </a:ext>
            </a:extLst>
          </p:cNvPr>
          <p:cNvSpPr txBox="1"/>
          <p:nvPr/>
        </p:nvSpPr>
        <p:spPr>
          <a:xfrm>
            <a:off x="5911268" y="3581400"/>
            <a:ext cx="388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Mude de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none</a:t>
            </a:r>
            <a:r>
              <a:rPr lang="pt-BR" dirty="0"/>
              <a:t> para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Main</a:t>
            </a:r>
            <a:r>
              <a:rPr lang="pt-BR" dirty="0"/>
              <a:t> e de um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save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49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885791-A9D4-46ED-B412-A3D731AE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30727"/>
            <a:ext cx="9525000" cy="39053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697603"/>
            <a:ext cx="1219199" cy="13715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D6707-A07E-4689-9F87-0A57656DCF00}"/>
              </a:ext>
            </a:extLst>
          </p:cNvPr>
          <p:cNvSpPr txBox="1"/>
          <p:nvPr/>
        </p:nvSpPr>
        <p:spPr>
          <a:xfrm>
            <a:off x="3892897" y="1794861"/>
            <a:ext cx="354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aqui está o link da </a:t>
            </a:r>
            <a:r>
              <a:rPr lang="pt-BR"/>
              <a:t>sua página </a:t>
            </a:r>
            <a:r>
              <a:rPr lang="pt-BR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108370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9342165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C79D17-1A96-442A-947A-B4DB3AE9AD29}"/>
              </a:ext>
            </a:extLst>
          </p:cNvPr>
          <p:cNvGrpSpPr/>
          <p:nvPr/>
        </p:nvGrpSpPr>
        <p:grpSpPr>
          <a:xfrm>
            <a:off x="7239109" y="4885239"/>
            <a:ext cx="4489200" cy="1300018"/>
            <a:chOff x="7239109" y="4885239"/>
            <a:chExt cx="4489200" cy="130001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E604C56-BBE6-447A-A9A1-E9DF5DA0ED0C}"/>
                </a:ext>
              </a:extLst>
            </p:cNvPr>
            <p:cNvSpPr/>
            <p:nvPr/>
          </p:nvSpPr>
          <p:spPr>
            <a:xfrm>
              <a:off x="7239109" y="4885239"/>
              <a:ext cx="4489200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EB223A7-2364-4062-AF25-2B48AE5FF2CB}"/>
                </a:ext>
              </a:extLst>
            </p:cNvPr>
            <p:cNvSpPr txBox="1"/>
            <p:nvPr/>
          </p:nvSpPr>
          <p:spPr>
            <a:xfrm>
              <a:off x="7520350" y="5025578"/>
              <a:ext cx="3926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Proprietário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1D03383-166A-4607-8508-D3B5B868B84F}"/>
              </a:ext>
            </a:extLst>
          </p:cNvPr>
          <p:cNvGrpSpPr/>
          <p:nvPr/>
        </p:nvGrpSpPr>
        <p:grpSpPr>
          <a:xfrm>
            <a:off x="7240722" y="3149421"/>
            <a:ext cx="4487587" cy="1300018"/>
            <a:chOff x="7240722" y="3149421"/>
            <a:chExt cx="4487587" cy="1300018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90D42D-03AA-4A68-8788-5E01579EEF0C}"/>
                </a:ext>
              </a:extLst>
            </p:cNvPr>
            <p:cNvSpPr/>
            <p:nvPr/>
          </p:nvSpPr>
          <p:spPr>
            <a:xfrm>
              <a:off x="7240722" y="3149421"/>
              <a:ext cx="4487587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DC17D77-A301-436F-A1D5-028D726B7193}"/>
                </a:ext>
              </a:extLst>
            </p:cNvPr>
            <p:cNvSpPr txBox="1"/>
            <p:nvPr/>
          </p:nvSpPr>
          <p:spPr>
            <a:xfrm>
              <a:off x="7521862" y="3289760"/>
              <a:ext cx="3925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Carro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Java</a:t>
            </a:r>
            <a:r>
              <a:rPr lang="pt-BR" dirty="0"/>
              <a:t> é uma linguagem orientada a objetos que usa </a:t>
            </a:r>
            <a:r>
              <a:rPr lang="pt-BR" b="1" dirty="0"/>
              <a:t>classes</a:t>
            </a:r>
            <a:r>
              <a:rPr lang="pt-BR" dirty="0"/>
              <a:t> para criar aplicações modulares, seguras e multiplataforma.</a:t>
            </a: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495EC24-3F3D-4747-87A4-5ED52E431561}"/>
              </a:ext>
            </a:extLst>
          </p:cNvPr>
          <p:cNvSpPr txBox="1">
            <a:spLocks/>
          </p:cNvSpPr>
          <p:nvPr/>
        </p:nvSpPr>
        <p:spPr>
          <a:xfrm>
            <a:off x="592347" y="3149421"/>
            <a:ext cx="6087809" cy="14428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6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800" b="1" dirty="0"/>
              <a:t>Classes</a:t>
            </a:r>
            <a:r>
              <a:rPr lang="pt-BR" sz="1800" dirty="0"/>
              <a:t> - São os blocos fundamentais no Java, definindo </a:t>
            </a:r>
            <a:r>
              <a:rPr lang="pt-BR" sz="1800" b="1" dirty="0"/>
              <a:t>propriedades</a:t>
            </a:r>
            <a:r>
              <a:rPr lang="pt-BR" sz="1800" dirty="0"/>
              <a:t> (variáveis) e </a:t>
            </a:r>
            <a:r>
              <a:rPr lang="pt-BR" sz="1800" b="1" dirty="0"/>
              <a:t>comportamentos</a:t>
            </a:r>
            <a:r>
              <a:rPr lang="pt-BR" sz="1800" dirty="0"/>
              <a:t> (métodos), servindo como modelos para criar objetos. </a:t>
            </a:r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F880EC0-2781-4144-989F-63A1ED8233EF}"/>
              </a:ext>
            </a:extLst>
          </p:cNvPr>
          <p:cNvSpPr txBox="1">
            <a:spLocks/>
          </p:cNvSpPr>
          <p:nvPr/>
        </p:nvSpPr>
        <p:spPr>
          <a:xfrm>
            <a:off x="592347" y="4885239"/>
            <a:ext cx="6087809" cy="130001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6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800" b="1" dirty="0"/>
              <a:t>Pacotes - </a:t>
            </a:r>
            <a:r>
              <a:rPr lang="pt-BR" sz="1800" dirty="0"/>
              <a:t>Agrupam </a:t>
            </a:r>
            <a:r>
              <a:rPr lang="pt-BR" sz="1800" b="1" dirty="0"/>
              <a:t>classes</a:t>
            </a:r>
            <a:r>
              <a:rPr lang="pt-BR" sz="1800" dirty="0"/>
              <a:t> relacionadas, facilitando a organização do código e evitando conflitos de nomes entre classes. </a:t>
            </a:r>
            <a:endParaRPr lang="pt-BR" dirty="0"/>
          </a:p>
          <a:p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E842520-BB6D-45AA-9C14-4F1B64C0C522}"/>
              </a:ext>
            </a:extLst>
          </p:cNvPr>
          <p:cNvGrpSpPr/>
          <p:nvPr/>
        </p:nvGrpSpPr>
        <p:grpSpPr>
          <a:xfrm>
            <a:off x="7521862" y="3799430"/>
            <a:ext cx="3925307" cy="540000"/>
            <a:chOff x="7826591" y="3870826"/>
            <a:chExt cx="4007223" cy="5400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AD70460-CC6B-41CD-9478-10E7710AA8AE}"/>
                </a:ext>
              </a:extLst>
            </p:cNvPr>
            <p:cNvSpPr/>
            <p:nvPr/>
          </p:nvSpPr>
          <p:spPr>
            <a:xfrm>
              <a:off x="7826591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Carro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B1928D4-10CF-4E80-94D4-23BE1BBD08DC}"/>
                </a:ext>
              </a:extLst>
            </p:cNvPr>
            <p:cNvSpPr/>
            <p:nvPr/>
          </p:nvSpPr>
          <p:spPr>
            <a:xfrm>
              <a:off x="9290203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Motor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4817852-7BA8-46A5-8EC1-D33D737377C3}"/>
                </a:ext>
              </a:extLst>
            </p:cNvPr>
            <p:cNvSpPr/>
            <p:nvPr/>
          </p:nvSpPr>
          <p:spPr>
            <a:xfrm>
              <a:off x="10753814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Roda</a:t>
              </a:r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F47B3CA-C137-47FD-B6CA-B88C06C4ACC3}"/>
              </a:ext>
            </a:extLst>
          </p:cNvPr>
          <p:cNvSpPr/>
          <p:nvPr/>
        </p:nvSpPr>
        <p:spPr>
          <a:xfrm>
            <a:off x="8954557" y="5535248"/>
            <a:ext cx="1058303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Proprietário</a:t>
            </a:r>
          </a:p>
        </p:txBody>
      </p:sp>
    </p:spTree>
    <p:extLst>
      <p:ext uri="{BB962C8B-B14F-4D97-AF65-F5344CB8AC3E}">
        <p14:creationId xmlns:p14="http://schemas.microsoft.com/office/powerpoint/2010/main" val="12976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137835" cy="108325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68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800" b="1" dirty="0"/>
              <a:t>Módulos</a:t>
            </a:r>
            <a:r>
              <a:rPr lang="pt-BR" sz="1800" dirty="0"/>
              <a:t> - Em Java, o </a:t>
            </a:r>
            <a:r>
              <a:rPr lang="pt-BR" sz="1800" b="1" dirty="0"/>
              <a:t>módulo</a:t>
            </a:r>
            <a:r>
              <a:rPr lang="pt-BR" sz="1800" dirty="0"/>
              <a:t> é uma unidade que agrupa </a:t>
            </a:r>
            <a:r>
              <a:rPr lang="pt-BR" sz="1800" b="1" dirty="0"/>
              <a:t>pacotes</a:t>
            </a:r>
            <a:r>
              <a:rPr lang="pt-BR" sz="1800" dirty="0"/>
              <a:t> e </a:t>
            </a:r>
            <a:r>
              <a:rPr lang="pt-BR" sz="1800" b="1" dirty="0"/>
              <a:t>classes</a:t>
            </a:r>
            <a:r>
              <a:rPr lang="pt-BR" sz="1800" dirty="0"/>
              <a:t>, introduzido no </a:t>
            </a:r>
            <a:r>
              <a:rPr lang="pt-BR" sz="1800" b="1" dirty="0"/>
              <a:t>Java</a:t>
            </a:r>
            <a:r>
              <a:rPr lang="pt-BR" sz="1800" dirty="0"/>
              <a:t> </a:t>
            </a:r>
            <a:r>
              <a:rPr lang="pt-BR" sz="1800" b="1" dirty="0"/>
              <a:t>9</a:t>
            </a:r>
            <a:r>
              <a:rPr lang="pt-BR" sz="1800" dirty="0"/>
              <a:t> para melhorar a organização, manutenção e gestão de dependências do código.</a:t>
            </a:r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1024808" y="3121892"/>
            <a:ext cx="10142385" cy="30110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62741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6AB40FA-0044-44DC-9A9F-E8D8EB417C56}"/>
              </a:ext>
            </a:extLst>
          </p:cNvPr>
          <p:cNvSpPr txBox="1"/>
          <p:nvPr/>
        </p:nvSpPr>
        <p:spPr>
          <a:xfrm>
            <a:off x="1262303" y="3469610"/>
            <a:ext cx="966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Condomínio</a:t>
            </a:r>
          </a:p>
        </p:txBody>
      </p:sp>
    </p:spTree>
    <p:extLst>
      <p:ext uri="{BB962C8B-B14F-4D97-AF65-F5344CB8AC3E}">
        <p14:creationId xmlns:p14="http://schemas.microsoft.com/office/powerpoint/2010/main" val="24312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698669" y="2944700"/>
            <a:ext cx="10794660" cy="35433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7"/>
            <a:ext cx="11137835" cy="9596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6800">
              <a:buFont typeface="Arial" panose="020B0604020202020204" pitchFamily="34" charset="0"/>
              <a:buChar char="•"/>
            </a:pPr>
            <a:r>
              <a:rPr lang="pt-BR" sz="1800" b="1" dirty="0"/>
              <a:t>Aplicação - </a:t>
            </a:r>
            <a:r>
              <a:rPr lang="pt-BR" sz="1800" dirty="0"/>
              <a:t>A </a:t>
            </a:r>
            <a:r>
              <a:rPr lang="pt-BR" sz="1800" b="1" dirty="0"/>
              <a:t>aplicação</a:t>
            </a:r>
            <a:r>
              <a:rPr lang="pt-BR" sz="1800" dirty="0"/>
              <a:t> em Java é o programa final que combina classes, pacotes e módulos para executar uma lógica e atingir um objetivo funcional.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A28FDE4-2131-4B87-A02C-0A695216081D}"/>
              </a:ext>
            </a:extLst>
          </p:cNvPr>
          <p:cNvGrpSpPr/>
          <p:nvPr/>
        </p:nvGrpSpPr>
        <p:grpSpPr>
          <a:xfrm>
            <a:off x="891309" y="3878797"/>
            <a:ext cx="10409382" cy="2383458"/>
            <a:chOff x="849745" y="3684834"/>
            <a:chExt cx="10409382" cy="243242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A9CD1FFD-2369-455A-B262-886F0EE06B08}"/>
                </a:ext>
              </a:extLst>
            </p:cNvPr>
            <p:cNvSpPr/>
            <p:nvPr/>
          </p:nvSpPr>
          <p:spPr>
            <a:xfrm>
              <a:off x="849745" y="3684834"/>
              <a:ext cx="10409382" cy="243242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6AB40FA-0044-44DC-9A9F-E8D8EB417C56}"/>
                </a:ext>
              </a:extLst>
            </p:cNvPr>
            <p:cNvSpPr txBox="1"/>
            <p:nvPr/>
          </p:nvSpPr>
          <p:spPr>
            <a:xfrm>
              <a:off x="1262303" y="3829749"/>
              <a:ext cx="9625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Condomínio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73322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80C7CDF-1C80-4120-B914-9414936C1369}"/>
              </a:ext>
            </a:extLst>
          </p:cNvPr>
          <p:cNvSpPr txBox="1"/>
          <p:nvPr/>
        </p:nvSpPr>
        <p:spPr>
          <a:xfrm>
            <a:off x="891308" y="3169280"/>
            <a:ext cx="104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Registros de veículos no condomínio</a:t>
            </a:r>
          </a:p>
        </p:txBody>
      </p:sp>
    </p:spTree>
    <p:extLst>
      <p:ext uri="{BB962C8B-B14F-4D97-AF65-F5344CB8AC3E}">
        <p14:creationId xmlns:p14="http://schemas.microsoft.com/office/powerpoint/2010/main" val="30001188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4A5B-820D-4A3B-A096-910A555B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5AE52-2386-410D-87CF-93C688A6A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Variáveis são espaços na memória RAM do computador usados para armazenar valores que podem mudar durante a execução de um programa.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A8377-0F0F-42EB-95FF-CC11B03B9CFD}"/>
              </a:ext>
            </a:extLst>
          </p:cNvPr>
          <p:cNvSpPr txBox="1"/>
          <p:nvPr/>
        </p:nvSpPr>
        <p:spPr>
          <a:xfrm>
            <a:off x="7018780" y="4291771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4B0819-30ED-43BA-A55E-0BA876FA9C76}"/>
              </a:ext>
            </a:extLst>
          </p:cNvPr>
          <p:cNvSpPr txBox="1"/>
          <p:nvPr/>
        </p:nvSpPr>
        <p:spPr>
          <a:xfrm>
            <a:off x="593982" y="3318164"/>
            <a:ext cx="53468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Sintaxe: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tipo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peso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80.5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‘F’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22F6C3E-FD74-4EA3-934A-BC2241BC79A5}"/>
              </a:ext>
            </a:extLst>
          </p:cNvPr>
          <p:cNvGrpSpPr/>
          <p:nvPr/>
        </p:nvGrpSpPr>
        <p:grpSpPr>
          <a:xfrm>
            <a:off x="6464961" y="3890305"/>
            <a:ext cx="5134692" cy="2124371"/>
            <a:chOff x="6464961" y="3598918"/>
            <a:chExt cx="5134692" cy="2124371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853FF01-9978-40FC-B520-CCB207FD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214EEC5-44A2-483E-AAE3-D3905781A569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5B3CAC1-7E01-4C30-8E3C-B1F8956256CA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7010807D-D2AA-42CE-A1E6-19865620C6FB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8E7D9336-81D0-405D-94DC-FA796E028661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919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A85AD-118A-4E2C-96D3-450710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Primitivos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38E1E-B74B-4052-80E0-03F90DF78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898525"/>
          </a:xfrm>
        </p:spPr>
        <p:txBody>
          <a:bodyPr/>
          <a:lstStyle/>
          <a:p>
            <a:r>
              <a:rPr lang="pt-BR" sz="1600" dirty="0"/>
              <a:t>Os </a:t>
            </a:r>
            <a:r>
              <a:rPr lang="pt-BR" sz="1600" b="1" dirty="0"/>
              <a:t>tipos primitivos </a:t>
            </a:r>
            <a:r>
              <a:rPr lang="pt-BR" sz="1600" dirty="0"/>
              <a:t>em Java são a base para armazenar dados simples, não são objetos e oferecem alto desempenho, atualmente temos os seguintes tipos primitivos.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0156C4-4D2D-40C4-8010-E7CCCD3D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3" y="2937163"/>
            <a:ext cx="10135813" cy="2832858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4DDF1D8-7463-45E5-92E3-2928CC5AA7A7}"/>
              </a:ext>
            </a:extLst>
          </p:cNvPr>
          <p:cNvSpPr txBox="1">
            <a:spLocks/>
          </p:cNvSpPr>
          <p:nvPr/>
        </p:nvSpPr>
        <p:spPr>
          <a:xfrm>
            <a:off x="592347" y="6003580"/>
            <a:ext cx="11007306" cy="5357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 </a:t>
            </a:r>
            <a:r>
              <a:rPr lang="pt-BR" sz="1600" b="1" dirty="0"/>
              <a:t>String</a:t>
            </a:r>
            <a:r>
              <a:rPr lang="pt-BR" sz="1600" dirty="0"/>
              <a:t> em Java é uma </a:t>
            </a:r>
            <a:r>
              <a:rPr lang="pt-BR" sz="1600" b="1" dirty="0"/>
              <a:t>classe</a:t>
            </a:r>
            <a:r>
              <a:rPr lang="pt-BR" sz="1600" dirty="0"/>
              <a:t> usada para representar e manipular texto, com métodos para operações como concatenação e busca.</a:t>
            </a:r>
          </a:p>
        </p:txBody>
      </p:sp>
    </p:spTree>
    <p:extLst>
      <p:ext uri="{BB962C8B-B14F-4D97-AF65-F5344CB8AC3E}">
        <p14:creationId xmlns:p14="http://schemas.microsoft.com/office/powerpoint/2010/main" val="5081235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funções e outros elementos do código é principalmente uma questão de convenção, impactando diretamente a legibilidade, manutenção e colaboração em projetos. Aqui estão algumas formas de declarar variáveis.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605793" y="3339053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Camel Case a primeira palavra toda fica no formato minúsculo e as primeiras letras subsequentes de palavras adicionais em maiúscula.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274570" y="4141573"/>
            <a:ext cx="304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883BB3-FFE9-4B18-BDE5-88C284C26FE5}"/>
              </a:ext>
            </a:extLst>
          </p:cNvPr>
          <p:cNvSpPr txBox="1"/>
          <p:nvPr/>
        </p:nvSpPr>
        <p:spPr>
          <a:xfrm>
            <a:off x="592346" y="4972570"/>
            <a:ext cx="1099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Snake Case a todas as letras minúsculas e as palavras são separadas por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705B9B-627A-4CA3-B389-586867518A5C}"/>
              </a:ext>
            </a:extLst>
          </p:cNvPr>
          <p:cNvSpPr txBox="1"/>
          <p:nvPr/>
        </p:nvSpPr>
        <p:spPr>
          <a:xfrm>
            <a:off x="4190751" y="5480162"/>
            <a:ext cx="3243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947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Classes e outros elementos do código é principalmente uma questão de convenção, impactando diretamente a legibilidade, manutenção e colaboração em projetos. O </a:t>
            </a:r>
            <a:r>
              <a:rPr lang="pt-BR" sz="1800" b="1" dirty="0"/>
              <a:t>Pascal Case </a:t>
            </a:r>
            <a:r>
              <a:rPr lang="pt-BR" sz="1800" dirty="0"/>
              <a:t>é o padrão utilizado para declarar </a:t>
            </a:r>
            <a:r>
              <a:rPr lang="pt-BR" sz="1800" b="1" dirty="0"/>
              <a:t>Classes</a:t>
            </a:r>
            <a:r>
              <a:rPr lang="pt-BR" sz="18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9071" y="3495242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Pascal Case é um padrão de nomenclatura em que cada palavra começa com uma letra maiúscula, sem espaços ou separadores entre elas. 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577015" y="4354009"/>
            <a:ext cx="303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ascal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18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variáveis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AECF8-34E6-4AFA-B566-341971F6A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7698" y="1844675"/>
            <a:ext cx="4284453" cy="4351338"/>
          </a:xfrm>
        </p:spPr>
        <p:txBody>
          <a:bodyPr/>
          <a:lstStyle/>
          <a:p>
            <a:r>
              <a:rPr lang="pt-BR" dirty="0"/>
              <a:t>Número Inteiro: 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 = 20;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= 20;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 = 2024;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anoNascimento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2000;</a:t>
            </a:r>
          </a:p>
          <a:p>
            <a:pPr marL="342900" indent="-342900"/>
            <a:r>
              <a:rPr lang="pt-BR" dirty="0"/>
              <a:t>Número Decimal: 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altura = 1.75f;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peso = 78.5;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D9FF185-15E1-43CA-8912-C4AEA2EBF44F}"/>
              </a:ext>
            </a:extLst>
          </p:cNvPr>
          <p:cNvSpPr txBox="1">
            <a:spLocks/>
          </p:cNvSpPr>
          <p:nvPr/>
        </p:nvSpPr>
        <p:spPr>
          <a:xfrm>
            <a:off x="6699849" y="1844675"/>
            <a:ext cx="4284453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Caractere/Texto</a:t>
            </a:r>
          </a:p>
          <a:p>
            <a:pPr marL="1028700" lvl="1" indent="-342900"/>
            <a:r>
              <a:rPr lang="pt-BR" b="1" dirty="0"/>
              <a:t>char</a:t>
            </a:r>
            <a:r>
              <a:rPr lang="pt-BR" dirty="0"/>
              <a:t> </a:t>
            </a:r>
            <a:r>
              <a:rPr lang="pt-BR" dirty="0" err="1"/>
              <a:t>genero</a:t>
            </a:r>
            <a:r>
              <a:rPr lang="pt-BR" dirty="0"/>
              <a:t> = 'F';</a:t>
            </a:r>
          </a:p>
          <a:p>
            <a:pPr marL="1028700" lvl="1" indent="-342900"/>
            <a:r>
              <a:rPr lang="pt-BR" b="1" dirty="0"/>
              <a:t>String</a:t>
            </a:r>
            <a:r>
              <a:rPr lang="pt-BR" dirty="0"/>
              <a:t> nome = "Pedro";</a:t>
            </a:r>
          </a:p>
          <a:p>
            <a:r>
              <a:rPr lang="pt-BR" dirty="0"/>
              <a:t>Booleano</a:t>
            </a:r>
          </a:p>
          <a:p>
            <a:pPr marL="1028700" lvl="1" indent="-342900"/>
            <a:r>
              <a:rPr lang="pt-BR" b="1" dirty="0" err="1"/>
              <a:t>boolean</a:t>
            </a:r>
            <a:r>
              <a:rPr lang="pt-BR" dirty="0"/>
              <a:t> logico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422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FB2D6F-375C-40FE-B0C0-B8EACB620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117300" cy="1093834"/>
          </a:xfrm>
        </p:spPr>
        <p:txBody>
          <a:bodyPr/>
          <a:lstStyle/>
          <a:p>
            <a:r>
              <a:rPr lang="pt-BR" dirty="0"/>
              <a:t>Os operadores aritméticos no Java são usados para realizar operações matemáticas básicas, como adição (+), subtração (-), multiplicação (*), divisão (/) e módulo (%), diretamente entre variáveis e valores.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8F1A65-477D-466D-8FC0-F858095D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33" y="3215092"/>
            <a:ext cx="9395534" cy="2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689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210BC-4B14-4230-B4E3-941B123D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Matemáticas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AF30B-D69F-4420-A813-3AA90FF16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22812"/>
          </a:xfrm>
        </p:spPr>
        <p:txBody>
          <a:bodyPr/>
          <a:lstStyle/>
          <a:p>
            <a:r>
              <a:rPr lang="pt-BR" dirty="0"/>
              <a:t>A biblioteca </a:t>
            </a:r>
            <a:r>
              <a:rPr lang="pt-BR" dirty="0" err="1"/>
              <a:t>Math</a:t>
            </a:r>
            <a:r>
              <a:rPr lang="pt-BR" dirty="0"/>
              <a:t> no Java oferece métodos estáticos e constantes para cálculos matemáticos, como potência, raiz quadrada, trigonometria e logaritmos, sem precisar criar objetos.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04DBE-243B-4E8E-B119-2531F811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3251710"/>
            <a:ext cx="10280073" cy="286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572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61A8E-0FFF-4F90-A095-346E0D25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informações no console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56728-F910-4CB6-81DE-609C0076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exibir informações no console sem adicionar uma quebra de linha ao final, utilizamos o comando </a:t>
            </a:r>
            <a:r>
              <a:rPr lang="pt-BR" b="1" dirty="0" err="1"/>
              <a:t>System.out.print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Para exibir informações no console adicionando uma quebra de linha ao final, utilizamos o comando </a:t>
            </a:r>
            <a:r>
              <a:rPr lang="pt-BR" b="1" dirty="0" err="1"/>
              <a:t>System.out.println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39325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F3035-0183-4D59-B954-2A85D9BB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Controlando o número de casas decimais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7D100C-8567-477C-9CE5-048F0AB27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controlar o número de casas decimais exibidas no console, utilizamos a formatação %.</a:t>
            </a:r>
            <a:r>
              <a:rPr lang="pt-BR" dirty="0" err="1"/>
              <a:t>nºf</a:t>
            </a:r>
            <a:r>
              <a:rPr lang="pt-BR" dirty="0"/>
              <a:t>, onde nº representa a quantidade de casas decimais desejadas. Veja o exemplo abaixo:</a:t>
            </a:r>
          </a:p>
          <a:p>
            <a:r>
              <a:rPr lang="pt-BR" dirty="0"/>
              <a:t>	</a:t>
            </a:r>
            <a:r>
              <a:rPr lang="pt-BR" b="1" dirty="0"/>
              <a:t>double</a:t>
            </a:r>
            <a:r>
              <a:rPr lang="pt-BR" dirty="0"/>
              <a:t> imc = 35.885577;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“%.2f”</a:t>
            </a:r>
            <a:r>
              <a:rPr lang="pt-BR" dirty="0"/>
              <a:t>, imc);</a:t>
            </a:r>
          </a:p>
          <a:p>
            <a:r>
              <a:rPr lang="pt-BR" dirty="0"/>
              <a:t>	Resultado = </a:t>
            </a:r>
            <a:r>
              <a:rPr lang="pt-BR" b="1" dirty="0"/>
              <a:t>35,89</a:t>
            </a:r>
          </a:p>
          <a:p>
            <a:r>
              <a:rPr lang="pt-BR" dirty="0" err="1"/>
              <a:t>Obs</a:t>
            </a:r>
            <a:r>
              <a:rPr lang="pt-BR" dirty="0"/>
              <a:t>: Caso queria quebrar a linha, utilize o %n, ficando da seguinte forma: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  %n”</a:t>
            </a:r>
            <a:r>
              <a:rPr lang="pt-BR" dirty="0"/>
              <a:t>, imc);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2165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15533-C167-4461-9846-4A29BBC2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28867-D995-44A0-BB21-4FE7F3A3E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4574598"/>
          </a:xfrm>
        </p:spPr>
        <p:txBody>
          <a:bodyPr/>
          <a:lstStyle/>
          <a:p>
            <a:r>
              <a:rPr lang="pt-BR" dirty="0"/>
              <a:t>A concatenação é o processo de unir dois ou mais elementos, em um único valor. No Java, a concatenação é feita principalmente com o operador + ou o método </a:t>
            </a:r>
            <a:r>
              <a:rPr lang="pt-BR" dirty="0" err="1"/>
              <a:t>concat</a:t>
            </a:r>
            <a:r>
              <a:rPr lang="pt-BR" dirty="0"/>
              <a:t>() da classe String.</a:t>
            </a:r>
          </a:p>
          <a:p>
            <a:r>
              <a:rPr lang="pt-BR" dirty="0"/>
              <a:t>	</a:t>
            </a:r>
            <a:r>
              <a:rPr lang="pt-BR" dirty="0">
                <a:solidFill>
                  <a:srgbClr val="C0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7;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” </a:t>
            </a:r>
            <a:r>
              <a:rPr lang="pt-BR" dirty="0"/>
              <a:t>+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r>
              <a:rPr lang="pt-BR" dirty="0"/>
              <a:t>Para concatenar números formatados com texto, utilizamos o método </a:t>
            </a:r>
            <a:r>
              <a:rPr lang="pt-BR" b="1" dirty="0" err="1"/>
              <a:t>printf</a:t>
            </a:r>
            <a:r>
              <a:rPr lang="pt-BR" b="1" dirty="0"/>
              <a:t>()</a:t>
            </a:r>
            <a:r>
              <a:rPr lang="pt-BR" dirty="0"/>
              <a:t>, como no exemplo abaixo:</a:t>
            </a:r>
          </a:p>
          <a:p>
            <a:r>
              <a:rPr lang="pt-BR" dirty="0">
                <a:solidFill>
                  <a:srgbClr val="C00000"/>
                </a:solidFill>
              </a:rPr>
              <a:t>	double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7.5555555;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%.2f %n”,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108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93925-0098-424B-9208-D35510EC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DBF75-9D9B-4DE5-ADA8-79A2AC4B0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384219"/>
          </a:xfrm>
        </p:spPr>
        <p:txBody>
          <a:bodyPr/>
          <a:lstStyle/>
          <a:p>
            <a:r>
              <a:rPr lang="pt-BR" sz="1800" dirty="0"/>
              <a:t>No Java, podemos concatenar múltiplos elementos dentro do mesmo </a:t>
            </a:r>
            <a:r>
              <a:rPr lang="pt-BR" sz="1800" dirty="0" err="1"/>
              <a:t>printf</a:t>
            </a:r>
            <a:r>
              <a:rPr lang="pt-BR" sz="1800" dirty="0"/>
              <a:t>(), utilizando especificadores de formato para controlar como cada tipo de dado será exibido. Os especificadores de formato são utilizados para definir o tipo de dado e o formato de exibição, como por exemplo: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316165-2B94-467D-881A-098F9AEA61D0}"/>
              </a:ext>
            </a:extLst>
          </p:cNvPr>
          <p:cNvSpPr txBox="1"/>
          <p:nvPr/>
        </p:nvSpPr>
        <p:spPr>
          <a:xfrm>
            <a:off x="592347" y="3755187"/>
            <a:ext cx="32880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%f - Números de ponto flutuante,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- Números inteiros,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 - String (texto),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%n - Quebra de linha.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2A8B18-4A69-43F0-8523-A22CABFFBC9E}"/>
              </a:ext>
            </a:extLst>
          </p:cNvPr>
          <p:cNvSpPr txBox="1"/>
          <p:nvPr/>
        </p:nvSpPr>
        <p:spPr>
          <a:xfrm>
            <a:off x="4641190" y="3785964"/>
            <a:ext cx="6958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= 20;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salario = 4500.75;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 = "João";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.printf(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%s,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%d,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Salário: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%.2f%n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nome, idade, salario);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24533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6" y="1816967"/>
            <a:ext cx="11007306" cy="1055543"/>
          </a:xfrm>
        </p:spPr>
        <p:txBody>
          <a:bodyPr/>
          <a:lstStyle/>
          <a:p>
            <a:r>
              <a:rPr lang="pt-BR" dirty="0"/>
              <a:t>No Java, a entrada de dados é feita com a classe </a:t>
            </a:r>
            <a:r>
              <a:rPr lang="pt-BR" b="1" dirty="0"/>
              <a:t>Scanner</a:t>
            </a:r>
            <a:r>
              <a:rPr lang="pt-BR" dirty="0"/>
              <a:t> do pacote </a:t>
            </a:r>
            <a:r>
              <a:rPr lang="pt-BR" b="1" dirty="0" err="1"/>
              <a:t>java.util</a:t>
            </a:r>
            <a:r>
              <a:rPr lang="pt-BR" dirty="0"/>
              <a:t>, permitindo que o programa leia informações do usuário, como números e textos, diretamente do teclado.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791BBC9-B3A4-4169-9044-2D1D74837508}"/>
              </a:ext>
            </a:extLst>
          </p:cNvPr>
          <p:cNvGrpSpPr/>
          <p:nvPr/>
        </p:nvGrpSpPr>
        <p:grpSpPr>
          <a:xfrm>
            <a:off x="2783609" y="3020292"/>
            <a:ext cx="6624783" cy="3608488"/>
            <a:chOff x="3932381" y="3020292"/>
            <a:chExt cx="6624783" cy="3608488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52A8F5E-F15C-40B8-B8A6-7D2B6B4E07A7}"/>
                </a:ext>
              </a:extLst>
            </p:cNvPr>
            <p:cNvSpPr/>
            <p:nvPr/>
          </p:nvSpPr>
          <p:spPr>
            <a:xfrm>
              <a:off x="3932381" y="3020292"/>
              <a:ext cx="6624783" cy="36084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import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java.util.Scanner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             Importa a biblioteca Scanner</a:t>
              </a:r>
            </a:p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class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{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static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void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(String[]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args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 {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Scanner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b="1" dirty="0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new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Scanner(System.</a:t>
              </a:r>
              <a:r>
                <a:rPr lang="pt-BR" sz="1400" b="1" i="1" dirty="0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            Cria um objeto scanner.           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String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"Digite um nome: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.next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Lê a próxima palavra escrita pelo o usuário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"Você digitou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+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.close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Encerra o objeto Scanner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7A06BE7-E7EE-4C41-A9CD-EC8A15EA5BB9}"/>
                </a:ext>
              </a:extLst>
            </p:cNvPr>
            <p:cNvCxnSpPr/>
            <p:nvPr/>
          </p:nvCxnSpPr>
          <p:spPr>
            <a:xfrm>
              <a:off x="5878944" y="3268807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44C4E0CF-C29A-4F19-9AF4-A4BB87990052}"/>
                </a:ext>
              </a:extLst>
            </p:cNvPr>
            <p:cNvCxnSpPr/>
            <p:nvPr/>
          </p:nvCxnSpPr>
          <p:spPr>
            <a:xfrm>
              <a:off x="7749308" y="42247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1DCF1559-8E1B-4A28-8C7B-430B279F1B25}"/>
                </a:ext>
              </a:extLst>
            </p:cNvPr>
            <p:cNvCxnSpPr/>
            <p:nvPr/>
          </p:nvCxnSpPr>
          <p:spPr>
            <a:xfrm>
              <a:off x="6229926" y="51899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19F063E0-260B-4434-A855-4DCC42918658}"/>
                </a:ext>
              </a:extLst>
            </p:cNvPr>
            <p:cNvCxnSpPr/>
            <p:nvPr/>
          </p:nvCxnSpPr>
          <p:spPr>
            <a:xfrm>
              <a:off x="5710525" y="5826846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2057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next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55543"/>
          </a:xfrm>
        </p:spPr>
        <p:txBody>
          <a:bodyPr/>
          <a:lstStyle/>
          <a:p>
            <a:r>
              <a:rPr lang="pt-BR" dirty="0"/>
              <a:t>Os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da classe </a:t>
            </a:r>
            <a:r>
              <a:rPr lang="pt-BR" b="1" dirty="0"/>
              <a:t>Scanner</a:t>
            </a:r>
            <a:r>
              <a:rPr lang="pt-BR" dirty="0"/>
              <a:t> no Java são usados para capturar dados fornecidos pelo usuário. A tabela abaixo apresenta os principais tipos de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e os dados que cada um é capaz de ler.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5E4199-5CDE-4157-B835-63078EF2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974" y="3000653"/>
            <a:ext cx="7380052" cy="31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5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Atenção ao usar o </a:t>
            </a:r>
            <a:r>
              <a:rPr lang="pt-BR" dirty="0" err="1"/>
              <a:t>nextInt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377919"/>
          </a:xfrm>
        </p:spPr>
        <p:txBody>
          <a:bodyPr/>
          <a:lstStyle/>
          <a:p>
            <a:r>
              <a:rPr lang="pt-BR" dirty="0"/>
              <a:t>Ao usar </a:t>
            </a:r>
            <a:r>
              <a:rPr lang="pt-BR" b="1" dirty="0" err="1"/>
              <a:t>nextInt</a:t>
            </a:r>
            <a:r>
              <a:rPr lang="pt-BR" b="1" dirty="0"/>
              <a:t>() </a:t>
            </a:r>
            <a:r>
              <a:rPr lang="pt-BR" dirty="0"/>
              <a:t>seguido de </a:t>
            </a:r>
            <a:r>
              <a:rPr lang="pt-BR" b="1" dirty="0" err="1"/>
              <a:t>nextLine</a:t>
            </a:r>
            <a:r>
              <a:rPr lang="pt-BR" b="1" dirty="0"/>
              <a:t>()</a:t>
            </a:r>
            <a:r>
              <a:rPr lang="pt-BR" dirty="0"/>
              <a:t>, é preciso atenção, pois </a:t>
            </a:r>
            <a:r>
              <a:rPr lang="pt-BR" b="1" dirty="0" err="1"/>
              <a:t>nextInt</a:t>
            </a:r>
            <a:r>
              <a:rPr lang="pt-BR" b="1" dirty="0"/>
              <a:t>()</a:t>
            </a:r>
            <a:r>
              <a:rPr lang="pt-BR" dirty="0"/>
              <a:t> lê apenas o número e deixa a quebra de linha (\n) no buffer. Isso faz com que o </a:t>
            </a:r>
            <a:r>
              <a:rPr lang="pt-BR" b="1" dirty="0" err="1"/>
              <a:t>nextLine</a:t>
            </a:r>
            <a:r>
              <a:rPr lang="pt-BR" b="1" dirty="0"/>
              <a:t>() </a:t>
            </a:r>
            <a:r>
              <a:rPr lang="pt-BR" dirty="0"/>
              <a:t>capture a quebra residual, causando comportamentos inesperados.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9008A9-DC1E-40A7-A6E7-D65A324ACC50}"/>
              </a:ext>
            </a:extLst>
          </p:cNvPr>
          <p:cNvSpPr/>
          <p:nvPr/>
        </p:nvSpPr>
        <p:spPr>
          <a:xfrm>
            <a:off x="7081421" y="4334084"/>
            <a:ext cx="3352800" cy="16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 </a:t>
            </a:r>
            <a:endParaRPr lang="pt-BR" sz="1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B80088-2530-4A60-9D22-39866862350B}"/>
              </a:ext>
            </a:extLst>
          </p:cNvPr>
          <p:cNvSpPr/>
          <p:nvPr/>
        </p:nvSpPr>
        <p:spPr>
          <a:xfrm>
            <a:off x="1899821" y="4334084"/>
            <a:ext cx="3352800" cy="13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FEFE0A-B91B-4E9F-A279-F74AD32F826D}"/>
              </a:ext>
            </a:extLst>
          </p:cNvPr>
          <p:cNvSpPr txBox="1"/>
          <p:nvPr/>
        </p:nvSpPr>
        <p:spPr>
          <a:xfrm>
            <a:off x="2817039" y="380852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A992FE-D63C-4159-8E85-1885DA211269}"/>
              </a:ext>
            </a:extLst>
          </p:cNvPr>
          <p:cNvSpPr txBox="1"/>
          <p:nvPr/>
        </p:nvSpPr>
        <p:spPr>
          <a:xfrm>
            <a:off x="8094819" y="38085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38924322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Solicite ao usuário uma temperatura em Celsius (tipo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lvl="1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Faça um programa que leia três notas de um aluno e calcule a média final. Ao final, exiba a média formatada.</a:t>
            </a:r>
          </a:p>
          <a:p>
            <a:pPr lvl="1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 de Saída: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254002DE-5F08-45BF-8F31-FC20976BC4DF}" vid="{A7192747-86C6-4C3D-B7B6-3F8DEE71C0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457</TotalTime>
  <Words>3451</Words>
  <Application>Microsoft Office PowerPoint</Application>
  <PresentationFormat>Widescreen</PresentationFormat>
  <Paragraphs>398</Paragraphs>
  <Slides>63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68" baseType="lpstr">
      <vt:lpstr>Arial</vt:lpstr>
      <vt:lpstr>Calibri</vt:lpstr>
      <vt:lpstr>Tahoma</vt:lpstr>
      <vt:lpstr>Times New Roman</vt:lpstr>
      <vt:lpstr>Tema1</vt:lpstr>
      <vt:lpstr>Aula 01 – Introdução ao Java</vt:lpstr>
      <vt:lpstr>Apresentação Pessoal - Alunos</vt:lpstr>
      <vt:lpstr>Código Fonte e Código Objeto</vt:lpstr>
      <vt:lpstr>Compilação x Interpretação</vt:lpstr>
      <vt:lpstr>Compilação x Interpretação</vt:lpstr>
      <vt:lpstr>Linguagem Interpretada x Compilada</vt:lpstr>
      <vt:lpstr>Compilação x Interpretação na Prática</vt:lpstr>
      <vt:lpstr>O Java se encaixa em qual tipo de abordagem.</vt:lpstr>
      <vt:lpstr>Sobre a Linguagem Java </vt:lpstr>
      <vt:lpstr>Desenvolvimento em Java</vt:lpstr>
      <vt:lpstr>Ambiente de Desenvolvimento Integrado (IDE)</vt:lpstr>
      <vt:lpstr>Requisitos Softwares </vt:lpstr>
      <vt:lpstr>Passo a Passo - JDK</vt:lpstr>
      <vt:lpstr>Passo a Passo - JDK</vt:lpstr>
      <vt:lpstr>Passo a Passo – Eclipse</vt:lpstr>
      <vt:lpstr>Passo a Passo - Eclipse</vt:lpstr>
      <vt:lpstr>Passo a Passo - Eclipse</vt:lpstr>
      <vt:lpstr>Passo a Passo – Criar um arquivo</vt:lpstr>
      <vt:lpstr>Passo a Passo – Criar um arquivo</vt:lpstr>
      <vt:lpstr>VERSIONAMENTO COM GIT E GITHUB</vt:lpstr>
      <vt:lpstr>GIT E GITHUB</vt:lpstr>
      <vt:lpstr>VERSIONAMENTO - GIT</vt:lpstr>
      <vt:lpstr>BACKUP DO VERSIONAMENTO - GIT</vt:lpstr>
      <vt:lpstr>VERSIONAMENTO EM GRUPO - GIT</vt:lpstr>
      <vt:lpstr>GIT</vt:lpstr>
      <vt:lpstr>GITHUB</vt:lpstr>
      <vt:lpstr>GITHUB</vt:lpstr>
      <vt:lpstr>GITHUB</vt:lpstr>
      <vt:lpstr>REQUISITOS DE SOFTWARE</vt:lpstr>
      <vt:lpstr>CRIANDO SEU PERFIL NO GITHUB</vt:lpstr>
      <vt:lpstr>Criando Um Repositório Com O Github</vt:lpstr>
      <vt:lpstr>CRIANDO UM REPOSITÓRIO NO GIT</vt:lpstr>
      <vt:lpstr>CRIANDO UM REPOSITÓRIO NO GITHUB</vt:lpstr>
      <vt:lpstr>CRIANDO UM REPOSITÓRIO NO GITHUB</vt:lpstr>
      <vt:lpstr>ATUALIZANDO O REPOSITÓRIO NO GIT E NO GITHUB</vt:lpstr>
      <vt:lpstr>ATUALIZANDO O REPOSITÓRIO NO GIT E NO GITHUB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Introdução ao Java</vt:lpstr>
      <vt:lpstr>Estrutura da Aplicação Java</vt:lpstr>
      <vt:lpstr>Estrutura da Aplicação Java</vt:lpstr>
      <vt:lpstr>Estrutura da Aplicação Java</vt:lpstr>
      <vt:lpstr>Variáveis</vt:lpstr>
      <vt:lpstr>Tipos Primitivos </vt:lpstr>
      <vt:lpstr>Maneiras de declarar variáveis</vt:lpstr>
      <vt:lpstr>Maneiras de declarar Classes</vt:lpstr>
      <vt:lpstr>Declarando variáveis em Java</vt:lpstr>
      <vt:lpstr>Operadores Aritméticos</vt:lpstr>
      <vt:lpstr>Funções Matemáticas</vt:lpstr>
      <vt:lpstr>Exibindo informações no console </vt:lpstr>
      <vt:lpstr>Controlando o número de casas decimais</vt:lpstr>
      <vt:lpstr>Concatenando Elementos</vt:lpstr>
      <vt:lpstr>Concatenando Elementos</vt:lpstr>
      <vt:lpstr>Entrada de Dados</vt:lpstr>
      <vt:lpstr>Métodos next()</vt:lpstr>
      <vt:lpstr>Atenção ao usar o nextInt()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61</cp:revision>
  <dcterms:created xsi:type="dcterms:W3CDTF">2024-03-08T12:14:33Z</dcterms:created>
  <dcterms:modified xsi:type="dcterms:W3CDTF">2025-10-16T17:33:30Z</dcterms:modified>
</cp:coreProperties>
</file>