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3" y="-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6C176-417F-F7B5-17FD-930CDD135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A7D9A0-E365-D5A8-2295-C8DBBF2D9D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387FEE-605B-381D-74BB-226BBDACF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6B65A9-EDEE-2797-6461-58182DA5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280457-93CF-FD21-9B14-35F19344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96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E5DEF-D696-377C-9A8A-907BCB3C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D9D9F-5764-89F2-1F75-E5F546639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1F7A07-CA0A-6B60-CF2A-DB69BE567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C6B405-A9C0-C190-C03F-35502618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6C8066-C4C0-89B0-5C7C-125EE3769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66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77043-DFB7-40F7-3B57-454B8D16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E3D900-DEE4-916B-6A60-A4B75ED8F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24CE27-76AA-AF4F-0FA4-89C8DD613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8E5E7-639D-1E8D-21BA-6509EAC1E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F2C1E7-3AA7-F9F2-0E71-49251BEA8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389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95F0B9-69D4-9269-0921-CC68F5F2E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9A30D4-951D-C66F-53A1-19D0CF6B9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4C5455C-4C7E-F7FA-01A5-37BB22D9B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D11FE2-EEC5-2215-58B1-99ECD25A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5A1FAF-884B-7548-4A48-A1D3BCFD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79D564-DE8D-A09F-3284-8BB06337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122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5AA42-0D76-5706-A403-4BB0B36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B1B9C-AE0F-9D5B-7683-A639F465E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592C75-4ECC-28FC-8290-4702596EF5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132E71-9148-A210-055F-5B4F2CD29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D816185-5A89-D399-66AE-8DD3321D3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A2B9AB6-E0A9-D499-F2A2-A791CCDD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02A55B5-1DE3-FA30-A82A-6579C100C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F88112-56B2-208A-B5B1-E039A984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6380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100768-369D-DC46-BD8C-C5A65566A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9050CC-70CA-0FA3-FCB6-CF6BD9C1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198ADF-6F96-EC7C-83B5-45B16463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6B2AB5-7C2F-BAD3-A781-F7F0D037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65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DD0028-BF01-78B1-492A-DF292A1FD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C7C39F3-F854-597D-D064-B3590E34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939FDE-C8F5-078A-14D6-7AE22D024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62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8AFDF3-0D31-A821-2481-31F488961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555608-5087-A896-D990-081D57999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9F36B9-856A-F8A6-2DFF-E6533ED44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931E18-2334-A939-83D6-8FAD67037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D9B1C-58BA-5D73-1DE4-9D843321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305A2F-F5E3-8283-095B-1DEB63A9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24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D17FB-77D0-53AE-13E6-56944DFF6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38DD9C-AB6E-F7AF-FE3D-AB6223C83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67354A3-FE0B-A46B-A69B-F5865FED4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614CAB-FAF1-76E3-7080-52CB0D36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AC3594-D19F-9751-D03A-5223FD7F8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A5DF8D-FD41-7945-75B4-4156C097B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5868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F3403-BD71-DB49-5B08-AC5A459AA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C4157E5-AC62-763D-CBC1-177757BF5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A3741F-3CC8-D574-74D7-6EED70AEF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E29E8D-505A-BCDE-2B6C-DEE5AD39D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B3EDE1-07C9-33A0-5F0B-F3DA080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19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49030D-C551-CC69-DDDA-B440F5C4A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ACB01F-8B01-DF55-78D2-DAA3BEDB8E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A51A75-0F4D-1FF8-0441-F2DB73A7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D7A2D4-0629-B1E2-C025-F18DC42D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D99BC6-F9B4-BFDD-3CFE-DDDD65D6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36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7F2DC42-048B-9ED5-ADB1-D5C62E24C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8056D1-8197-7F88-3205-52F744BC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DFDF63-627B-96BA-C304-E70C01B70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DF4EA-AAC4-46A3-8A05-4187292D5CBF}" type="datetimeFigureOut">
              <a:rPr lang="pt-BR" smtClean="0"/>
              <a:t>08/03/2026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14DCD8-FBBF-73B1-9EEA-B1EC74866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FB3BEC-9B32-16BD-9B01-19C874AF1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CACCB0-5E79-48B7-B4F7-2781978532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874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F177532D-4CB4-B6E0-B764-DDFE84A59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230" y="1080760"/>
            <a:ext cx="5434744" cy="3520800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1983DB9-96C8-4D6B-B92B-2D913D057B7D}"/>
              </a:ext>
            </a:extLst>
          </p:cNvPr>
          <p:cNvGrpSpPr/>
          <p:nvPr/>
        </p:nvGrpSpPr>
        <p:grpSpPr>
          <a:xfrm>
            <a:off x="3905927" y="2805000"/>
            <a:ext cx="4259580" cy="2972240"/>
            <a:chOff x="4933103" y="3429000"/>
            <a:chExt cx="4259580" cy="2972240"/>
          </a:xfrm>
        </p:grpSpPr>
        <p:pic>
          <p:nvPicPr>
            <p:cNvPr id="11" name="Imagem 10" descr="Circuito eletrônico em fundo preto">
              <a:extLst>
                <a:ext uri="{FF2B5EF4-FFF2-40B4-BE49-F238E27FC236}">
                  <a16:creationId xmlns:a16="http://schemas.microsoft.com/office/drawing/2014/main" id="{270650ED-3D3E-10F1-ED9D-B9A4CBE50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3103" y="3429000"/>
              <a:ext cx="4259580" cy="297224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8F8F398B-726D-075C-468D-6A128D7CDE8E}"/>
                </a:ext>
              </a:extLst>
            </p:cNvPr>
            <p:cNvSpPr txBox="1"/>
            <p:nvPr/>
          </p:nvSpPr>
          <p:spPr>
            <a:xfrm>
              <a:off x="8228965" y="4127817"/>
              <a:ext cx="29527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GND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1D64961-87AC-B853-34E2-999A3350509A}"/>
                </a:ext>
              </a:extLst>
            </p:cNvPr>
            <p:cNvSpPr txBox="1"/>
            <p:nvPr/>
          </p:nvSpPr>
          <p:spPr>
            <a:xfrm>
              <a:off x="7998460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42500F5-8DA2-B595-E7B1-1BB04D509989}"/>
                </a:ext>
              </a:extLst>
            </p:cNvPr>
            <p:cNvSpPr txBox="1"/>
            <p:nvPr/>
          </p:nvSpPr>
          <p:spPr>
            <a:xfrm>
              <a:off x="7861766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0F21D171-BD24-CE1C-4746-05F387BF02AA}"/>
                </a:ext>
              </a:extLst>
            </p:cNvPr>
            <p:cNvSpPr txBox="1"/>
            <p:nvPr/>
          </p:nvSpPr>
          <p:spPr>
            <a:xfrm>
              <a:off x="7467199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0270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4A2CCD3-AF9C-81B1-A6E7-37C9F7265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521" y="1318919"/>
            <a:ext cx="5385600" cy="3498271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B1983DB9-96C8-4D6B-B92B-2D913D057B7D}"/>
              </a:ext>
            </a:extLst>
          </p:cNvPr>
          <p:cNvGrpSpPr/>
          <p:nvPr/>
        </p:nvGrpSpPr>
        <p:grpSpPr>
          <a:xfrm>
            <a:off x="4220887" y="3331070"/>
            <a:ext cx="4259580" cy="2972240"/>
            <a:chOff x="4933103" y="3429000"/>
            <a:chExt cx="4259580" cy="2972240"/>
          </a:xfrm>
        </p:grpSpPr>
        <p:pic>
          <p:nvPicPr>
            <p:cNvPr id="11" name="Imagem 10" descr="Circuito eletrônico em fundo preto">
              <a:extLst>
                <a:ext uri="{FF2B5EF4-FFF2-40B4-BE49-F238E27FC236}">
                  <a16:creationId xmlns:a16="http://schemas.microsoft.com/office/drawing/2014/main" id="{270650ED-3D3E-10F1-ED9D-B9A4CBE509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3103" y="3429000"/>
              <a:ext cx="4259580" cy="297224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8F8F398B-726D-075C-468D-6A128D7CDE8E}"/>
                </a:ext>
              </a:extLst>
            </p:cNvPr>
            <p:cNvSpPr txBox="1"/>
            <p:nvPr/>
          </p:nvSpPr>
          <p:spPr>
            <a:xfrm>
              <a:off x="8228965" y="4127817"/>
              <a:ext cx="29527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GND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E1D64961-87AC-B853-34E2-999A3350509A}"/>
                </a:ext>
              </a:extLst>
            </p:cNvPr>
            <p:cNvSpPr txBox="1"/>
            <p:nvPr/>
          </p:nvSpPr>
          <p:spPr>
            <a:xfrm>
              <a:off x="7998460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42500F5-8DA2-B595-E7B1-1BB04D509989}"/>
                </a:ext>
              </a:extLst>
            </p:cNvPr>
            <p:cNvSpPr txBox="1"/>
            <p:nvPr/>
          </p:nvSpPr>
          <p:spPr>
            <a:xfrm>
              <a:off x="7861766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0F21D171-BD24-CE1C-4746-05F387BF02AA}"/>
                </a:ext>
              </a:extLst>
            </p:cNvPr>
            <p:cNvSpPr txBox="1"/>
            <p:nvPr/>
          </p:nvSpPr>
          <p:spPr>
            <a:xfrm>
              <a:off x="7467199" y="4127817"/>
              <a:ext cx="24718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625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Miho</dc:creator>
  <cp:lastModifiedBy>Pedro Miho</cp:lastModifiedBy>
  <cp:revision>2</cp:revision>
  <dcterms:created xsi:type="dcterms:W3CDTF">2026-03-08T18:56:53Z</dcterms:created>
  <dcterms:modified xsi:type="dcterms:W3CDTF">2026-03-08T19:28:01Z</dcterms:modified>
</cp:coreProperties>
</file>